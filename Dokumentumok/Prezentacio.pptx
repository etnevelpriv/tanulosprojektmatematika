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BCB212-C993-4611-BE95-450E74CE7B70}" type="doc">
      <dgm:prSet loTypeId="urn:microsoft.com/office/officeart/2005/8/layout/vList2" loCatId="list" qsTypeId="urn:microsoft.com/office/officeart/2005/8/quickstyle/3d5" qsCatId="3D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74C86092-1A80-4D93-AB04-CC29FCD784CB}">
      <dgm:prSet/>
      <dgm:spPr/>
      <dgm:t>
        <a:bodyPr/>
        <a:lstStyle/>
        <a:p>
          <a:r>
            <a:rPr lang="hu-HU" b="1" dirty="0"/>
            <a:t>WPF grafikus alkalmazás</a:t>
          </a:r>
          <a:endParaRPr lang="en-US" dirty="0"/>
        </a:p>
      </dgm:t>
    </dgm:pt>
    <dgm:pt modelId="{4B97A196-2692-4A70-9675-17C6AEBBC112}" type="parTrans" cxnId="{CEE44CF9-BFC2-41B0-88C3-88030036E41C}">
      <dgm:prSet/>
      <dgm:spPr/>
      <dgm:t>
        <a:bodyPr/>
        <a:lstStyle/>
        <a:p>
          <a:endParaRPr lang="en-US"/>
        </a:p>
      </dgm:t>
    </dgm:pt>
    <dgm:pt modelId="{DF635A9D-09E4-481F-9484-30B9651FAFD8}" type="sibTrans" cxnId="{CEE44CF9-BFC2-41B0-88C3-88030036E41C}">
      <dgm:prSet/>
      <dgm:spPr/>
      <dgm:t>
        <a:bodyPr/>
        <a:lstStyle/>
        <a:p>
          <a:endParaRPr lang="en-US"/>
        </a:p>
      </dgm:t>
    </dgm:pt>
    <dgm:pt modelId="{227D417C-3BED-4AD7-85E1-A9F29AC785B2}">
      <dgm:prSet/>
      <dgm:spPr/>
      <dgm:t>
        <a:bodyPr/>
        <a:lstStyle/>
        <a:p>
          <a:r>
            <a:rPr lang="hu-HU" b="1" dirty="0"/>
            <a:t>Tesztfeladatsor egy közismereti tantárgyból</a:t>
          </a:r>
          <a:endParaRPr lang="en-US" dirty="0"/>
        </a:p>
      </dgm:t>
    </dgm:pt>
    <dgm:pt modelId="{386B996E-EA05-493C-8E99-2309DFB7781A}" type="parTrans" cxnId="{C8E14470-0076-45B5-87F2-A263C7414706}">
      <dgm:prSet/>
      <dgm:spPr/>
      <dgm:t>
        <a:bodyPr/>
        <a:lstStyle/>
        <a:p>
          <a:endParaRPr lang="en-US"/>
        </a:p>
      </dgm:t>
    </dgm:pt>
    <dgm:pt modelId="{B3AAFB15-8A99-4A29-A398-CC83E4AE74C2}" type="sibTrans" cxnId="{C8E14470-0076-45B5-87F2-A263C7414706}">
      <dgm:prSet/>
      <dgm:spPr/>
      <dgm:t>
        <a:bodyPr/>
        <a:lstStyle/>
        <a:p>
          <a:endParaRPr lang="en-US"/>
        </a:p>
      </dgm:t>
    </dgm:pt>
    <dgm:pt modelId="{790F1359-03EF-46F1-8AFD-7260666CE624}">
      <dgm:prSet/>
      <dgm:spPr/>
      <dgm:t>
        <a:bodyPr/>
        <a:lstStyle/>
        <a:p>
          <a:r>
            <a:rPr lang="hu-HU" b="1" dirty="0"/>
            <a:t>Kérdés; válaszlehetőségek; helyes válasz egy bemeneti állományban elmentve</a:t>
          </a:r>
          <a:endParaRPr lang="en-US" dirty="0"/>
        </a:p>
      </dgm:t>
    </dgm:pt>
    <dgm:pt modelId="{1A42C61B-EF23-450B-8C34-C57A2DC922F8}" type="parTrans" cxnId="{55ABDA80-80E6-450A-8BB8-87651EED54E2}">
      <dgm:prSet/>
      <dgm:spPr/>
      <dgm:t>
        <a:bodyPr/>
        <a:lstStyle/>
        <a:p>
          <a:endParaRPr lang="en-US"/>
        </a:p>
      </dgm:t>
    </dgm:pt>
    <dgm:pt modelId="{94128985-0765-4988-81F3-05B23BE7CE2F}" type="sibTrans" cxnId="{55ABDA80-80E6-450A-8BB8-87651EED54E2}">
      <dgm:prSet/>
      <dgm:spPr/>
      <dgm:t>
        <a:bodyPr/>
        <a:lstStyle/>
        <a:p>
          <a:endParaRPr lang="en-US"/>
        </a:p>
      </dgm:t>
    </dgm:pt>
    <dgm:pt modelId="{71451C6F-E811-451D-89A9-65A0827DBBE7}">
      <dgm:prSet/>
      <dgm:spPr/>
      <dgm:t>
        <a:bodyPr/>
        <a:lstStyle/>
        <a:p>
          <a:r>
            <a:rPr lang="hu-HU" b="1" dirty="0"/>
            <a:t>Felhasználó válaszai elmentődnek egy közös kimeneti állományban</a:t>
          </a:r>
          <a:endParaRPr lang="en-US" dirty="0"/>
        </a:p>
      </dgm:t>
    </dgm:pt>
    <dgm:pt modelId="{DA35361C-9C3A-452A-9A96-3B14C3935476}" type="parTrans" cxnId="{EB98357A-A234-4286-9581-9A90551B24EE}">
      <dgm:prSet/>
      <dgm:spPr/>
      <dgm:t>
        <a:bodyPr/>
        <a:lstStyle/>
        <a:p>
          <a:endParaRPr lang="en-US"/>
        </a:p>
      </dgm:t>
    </dgm:pt>
    <dgm:pt modelId="{FBD6FDDD-DCAC-4932-8732-243351FC1CCA}" type="sibTrans" cxnId="{EB98357A-A234-4286-9581-9A90551B24EE}">
      <dgm:prSet/>
      <dgm:spPr/>
      <dgm:t>
        <a:bodyPr/>
        <a:lstStyle/>
        <a:p>
          <a:endParaRPr lang="en-US"/>
        </a:p>
      </dgm:t>
    </dgm:pt>
    <dgm:pt modelId="{68285EC9-279D-4DFA-918F-607040FB24BA}" type="pres">
      <dgm:prSet presAssocID="{01BCB212-C993-4611-BE95-450E74CE7B70}" presName="linear" presStyleCnt="0">
        <dgm:presLayoutVars>
          <dgm:animLvl val="lvl"/>
          <dgm:resizeHandles val="exact"/>
        </dgm:presLayoutVars>
      </dgm:prSet>
      <dgm:spPr/>
    </dgm:pt>
    <dgm:pt modelId="{B7EC4314-99E7-4B8A-B1D5-37E51EA599A4}" type="pres">
      <dgm:prSet presAssocID="{74C86092-1A80-4D93-AB04-CC29FCD784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207032-B842-473D-99C9-37D673AA227F}" type="pres">
      <dgm:prSet presAssocID="{DF635A9D-09E4-481F-9484-30B9651FAFD8}" presName="spacer" presStyleCnt="0"/>
      <dgm:spPr/>
    </dgm:pt>
    <dgm:pt modelId="{2F67B35D-BDB3-4ADC-AC43-B003507A7460}" type="pres">
      <dgm:prSet presAssocID="{227D417C-3BED-4AD7-85E1-A9F29AC785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4561AD-51FB-4EEC-A370-EA0224C5B3B6}" type="pres">
      <dgm:prSet presAssocID="{B3AAFB15-8A99-4A29-A398-CC83E4AE74C2}" presName="spacer" presStyleCnt="0"/>
      <dgm:spPr/>
    </dgm:pt>
    <dgm:pt modelId="{349439D9-A4FB-4196-AECC-F56ED16EA64E}" type="pres">
      <dgm:prSet presAssocID="{790F1359-03EF-46F1-8AFD-7260666CE6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B97223-72EA-401E-8EDD-A866FFEE5B99}" type="pres">
      <dgm:prSet presAssocID="{94128985-0765-4988-81F3-05B23BE7CE2F}" presName="spacer" presStyleCnt="0"/>
      <dgm:spPr/>
    </dgm:pt>
    <dgm:pt modelId="{BEA9BC9F-0AAD-4DD7-BE14-AB6E9550B9C5}" type="pres">
      <dgm:prSet presAssocID="{71451C6F-E811-451D-89A9-65A0827DBB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531203-9491-4FE4-85CC-7FDA6F690139}" type="presOf" srcId="{74C86092-1A80-4D93-AB04-CC29FCD784CB}" destId="{B7EC4314-99E7-4B8A-B1D5-37E51EA599A4}" srcOrd="0" destOrd="0" presId="urn:microsoft.com/office/officeart/2005/8/layout/vList2"/>
    <dgm:cxn modelId="{06F95D43-997F-4F67-BE89-943CE56C5161}" type="presOf" srcId="{71451C6F-E811-451D-89A9-65A0827DBBE7}" destId="{BEA9BC9F-0AAD-4DD7-BE14-AB6E9550B9C5}" srcOrd="0" destOrd="0" presId="urn:microsoft.com/office/officeart/2005/8/layout/vList2"/>
    <dgm:cxn modelId="{C8E14470-0076-45B5-87F2-A263C7414706}" srcId="{01BCB212-C993-4611-BE95-450E74CE7B70}" destId="{227D417C-3BED-4AD7-85E1-A9F29AC785B2}" srcOrd="1" destOrd="0" parTransId="{386B996E-EA05-493C-8E99-2309DFB7781A}" sibTransId="{B3AAFB15-8A99-4A29-A398-CC83E4AE74C2}"/>
    <dgm:cxn modelId="{EB98357A-A234-4286-9581-9A90551B24EE}" srcId="{01BCB212-C993-4611-BE95-450E74CE7B70}" destId="{71451C6F-E811-451D-89A9-65A0827DBBE7}" srcOrd="3" destOrd="0" parTransId="{DA35361C-9C3A-452A-9A96-3B14C3935476}" sibTransId="{FBD6FDDD-DCAC-4932-8732-243351FC1CCA}"/>
    <dgm:cxn modelId="{55ABDA80-80E6-450A-8BB8-87651EED54E2}" srcId="{01BCB212-C993-4611-BE95-450E74CE7B70}" destId="{790F1359-03EF-46F1-8AFD-7260666CE624}" srcOrd="2" destOrd="0" parTransId="{1A42C61B-EF23-450B-8C34-C57A2DC922F8}" sibTransId="{94128985-0765-4988-81F3-05B23BE7CE2F}"/>
    <dgm:cxn modelId="{17D6DE8E-37FA-4567-9690-FCF1C9E127B2}" type="presOf" srcId="{227D417C-3BED-4AD7-85E1-A9F29AC785B2}" destId="{2F67B35D-BDB3-4ADC-AC43-B003507A7460}" srcOrd="0" destOrd="0" presId="urn:microsoft.com/office/officeart/2005/8/layout/vList2"/>
    <dgm:cxn modelId="{3B9A8F90-303C-41D8-B1EE-F8866C3A08C5}" type="presOf" srcId="{01BCB212-C993-4611-BE95-450E74CE7B70}" destId="{68285EC9-279D-4DFA-918F-607040FB24BA}" srcOrd="0" destOrd="0" presId="urn:microsoft.com/office/officeart/2005/8/layout/vList2"/>
    <dgm:cxn modelId="{1C6B6FE2-3700-464E-8E84-BFC6782FF150}" type="presOf" srcId="{790F1359-03EF-46F1-8AFD-7260666CE624}" destId="{349439D9-A4FB-4196-AECC-F56ED16EA64E}" srcOrd="0" destOrd="0" presId="urn:microsoft.com/office/officeart/2005/8/layout/vList2"/>
    <dgm:cxn modelId="{CEE44CF9-BFC2-41B0-88C3-88030036E41C}" srcId="{01BCB212-C993-4611-BE95-450E74CE7B70}" destId="{74C86092-1A80-4D93-AB04-CC29FCD784CB}" srcOrd="0" destOrd="0" parTransId="{4B97A196-2692-4A70-9675-17C6AEBBC112}" sibTransId="{DF635A9D-09E4-481F-9484-30B9651FAFD8}"/>
    <dgm:cxn modelId="{D6C74311-5A44-405B-8DBB-0D281111A04E}" type="presParOf" srcId="{68285EC9-279D-4DFA-918F-607040FB24BA}" destId="{B7EC4314-99E7-4B8A-B1D5-37E51EA599A4}" srcOrd="0" destOrd="0" presId="urn:microsoft.com/office/officeart/2005/8/layout/vList2"/>
    <dgm:cxn modelId="{5DDB05E1-0038-4600-9FF7-1A8D7252D975}" type="presParOf" srcId="{68285EC9-279D-4DFA-918F-607040FB24BA}" destId="{C4207032-B842-473D-99C9-37D673AA227F}" srcOrd="1" destOrd="0" presId="urn:microsoft.com/office/officeart/2005/8/layout/vList2"/>
    <dgm:cxn modelId="{109E430E-B495-4CD4-BB08-627A8BFA3117}" type="presParOf" srcId="{68285EC9-279D-4DFA-918F-607040FB24BA}" destId="{2F67B35D-BDB3-4ADC-AC43-B003507A7460}" srcOrd="2" destOrd="0" presId="urn:microsoft.com/office/officeart/2005/8/layout/vList2"/>
    <dgm:cxn modelId="{649E317E-867C-4F83-8C52-B82FFCCA3474}" type="presParOf" srcId="{68285EC9-279D-4DFA-918F-607040FB24BA}" destId="{024561AD-51FB-4EEC-A370-EA0224C5B3B6}" srcOrd="3" destOrd="0" presId="urn:microsoft.com/office/officeart/2005/8/layout/vList2"/>
    <dgm:cxn modelId="{A2E723E3-826D-4967-A6E5-D94B21EFBCBA}" type="presParOf" srcId="{68285EC9-279D-4DFA-918F-607040FB24BA}" destId="{349439D9-A4FB-4196-AECC-F56ED16EA64E}" srcOrd="4" destOrd="0" presId="urn:microsoft.com/office/officeart/2005/8/layout/vList2"/>
    <dgm:cxn modelId="{66C8EAC9-7F4F-4DE4-AF83-9209A619EC41}" type="presParOf" srcId="{68285EC9-279D-4DFA-918F-607040FB24BA}" destId="{CDB97223-72EA-401E-8EDD-A866FFEE5B99}" srcOrd="5" destOrd="0" presId="urn:microsoft.com/office/officeart/2005/8/layout/vList2"/>
    <dgm:cxn modelId="{446620FD-488A-49E6-948C-DFC80D2B4C2E}" type="presParOf" srcId="{68285EC9-279D-4DFA-918F-607040FB24BA}" destId="{BEA9BC9F-0AAD-4DD7-BE14-AB6E9550B9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BCB212-C993-4611-BE95-450E74CE7B70}" type="doc">
      <dgm:prSet loTypeId="urn:microsoft.com/office/officeart/2005/8/layout/vList2" loCatId="list" qsTypeId="urn:microsoft.com/office/officeart/2005/8/quickstyle/3d5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4C86092-1A80-4D93-AB04-CC29FCD784CB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Fájlbeolvasás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írás</a:t>
          </a:r>
          <a:endParaRPr lang="en-US" dirty="0"/>
        </a:p>
      </dgm:t>
    </dgm:pt>
    <dgm:pt modelId="{4B97A196-2692-4A70-9675-17C6AEBBC112}" type="parTrans" cxnId="{CEE44CF9-BFC2-41B0-88C3-88030036E41C}">
      <dgm:prSet/>
      <dgm:spPr/>
      <dgm:t>
        <a:bodyPr/>
        <a:lstStyle/>
        <a:p>
          <a:endParaRPr lang="en-US"/>
        </a:p>
      </dgm:t>
    </dgm:pt>
    <dgm:pt modelId="{DF635A9D-09E4-481F-9484-30B9651FAFD8}" type="sibTrans" cxnId="{CEE44CF9-BFC2-41B0-88C3-88030036E41C}">
      <dgm:prSet/>
      <dgm:spPr/>
      <dgm:t>
        <a:bodyPr/>
        <a:lstStyle/>
        <a:p>
          <a:endParaRPr lang="en-US"/>
        </a:p>
      </dgm:t>
    </dgm:pt>
    <dgm:pt modelId="{227D417C-3BED-4AD7-85E1-A9F29AC785B2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Kommunikáció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hiánya</a:t>
          </a:r>
          <a:endParaRPr lang="en-US" dirty="0"/>
        </a:p>
      </dgm:t>
    </dgm:pt>
    <dgm:pt modelId="{386B996E-EA05-493C-8E99-2309DFB7781A}" type="parTrans" cxnId="{C8E14470-0076-45B5-87F2-A263C7414706}">
      <dgm:prSet/>
      <dgm:spPr/>
      <dgm:t>
        <a:bodyPr/>
        <a:lstStyle/>
        <a:p>
          <a:endParaRPr lang="en-US"/>
        </a:p>
      </dgm:t>
    </dgm:pt>
    <dgm:pt modelId="{B3AAFB15-8A99-4A29-A398-CC83E4AE74C2}" type="sibTrans" cxnId="{C8E14470-0076-45B5-87F2-A263C7414706}">
      <dgm:prSet/>
      <dgm:spPr/>
      <dgm:t>
        <a:bodyPr/>
        <a:lstStyle/>
        <a:p>
          <a:endParaRPr lang="en-US"/>
        </a:p>
      </dgm:t>
    </dgm:pt>
    <dgm:pt modelId="{790F1359-03EF-46F1-8AFD-7260666CE624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nagyon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béna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sokszor</a:t>
          </a:r>
          <a:endParaRPr lang="en-US" dirty="0"/>
        </a:p>
      </dgm:t>
    </dgm:pt>
    <dgm:pt modelId="{1A42C61B-EF23-450B-8C34-C57A2DC922F8}" type="parTrans" cxnId="{55ABDA80-80E6-450A-8BB8-87651EED54E2}">
      <dgm:prSet/>
      <dgm:spPr/>
      <dgm:t>
        <a:bodyPr/>
        <a:lstStyle/>
        <a:p>
          <a:endParaRPr lang="en-US"/>
        </a:p>
      </dgm:t>
    </dgm:pt>
    <dgm:pt modelId="{94128985-0765-4988-81F3-05B23BE7CE2F}" type="sibTrans" cxnId="{55ABDA80-80E6-450A-8BB8-87651EED54E2}">
      <dgm:prSet/>
      <dgm:spPr/>
      <dgm:t>
        <a:bodyPr/>
        <a:lstStyle/>
        <a:p>
          <a:endParaRPr lang="en-US"/>
        </a:p>
      </dgm:t>
    </dgm:pt>
    <dgm:pt modelId="{71451C6F-E811-451D-89A9-65A0827DBBE7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Szervezés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hiánya</a:t>
          </a:r>
          <a:endParaRPr lang="en-US" dirty="0"/>
        </a:p>
      </dgm:t>
    </dgm:pt>
    <dgm:pt modelId="{DA35361C-9C3A-452A-9A96-3B14C3935476}" type="parTrans" cxnId="{EB98357A-A234-4286-9581-9A90551B24EE}">
      <dgm:prSet/>
      <dgm:spPr/>
      <dgm:t>
        <a:bodyPr/>
        <a:lstStyle/>
        <a:p>
          <a:endParaRPr lang="en-US"/>
        </a:p>
      </dgm:t>
    </dgm:pt>
    <dgm:pt modelId="{FBD6FDDD-DCAC-4932-8732-243351FC1CCA}" type="sibTrans" cxnId="{EB98357A-A234-4286-9581-9A90551B24EE}">
      <dgm:prSet/>
      <dgm:spPr/>
      <dgm:t>
        <a:bodyPr/>
        <a:lstStyle/>
        <a:p>
          <a:endParaRPr lang="en-US"/>
        </a:p>
      </dgm:t>
    </dgm:pt>
    <dgm:pt modelId="{9C3644C8-19B7-4530-B4ED-F69952B226C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Feladatmegosztás</a:t>
          </a:r>
          <a:endParaRPr lang="en-US" dirty="0"/>
        </a:p>
      </dgm:t>
    </dgm:pt>
    <dgm:pt modelId="{418EF621-1C8D-4227-9C01-E71A12591EB7}" type="parTrans" cxnId="{D449E340-BA46-47D7-99A9-0E5134990122}">
      <dgm:prSet/>
      <dgm:spPr/>
      <dgm:t>
        <a:bodyPr/>
        <a:lstStyle/>
        <a:p>
          <a:endParaRPr lang="hu-HU"/>
        </a:p>
      </dgm:t>
    </dgm:pt>
    <dgm:pt modelId="{2D1D2D6A-B82C-4CBC-A74F-4F88CA59AEEE}" type="sibTrans" cxnId="{D449E340-BA46-47D7-99A9-0E5134990122}">
      <dgm:prSet/>
      <dgm:spPr/>
      <dgm:t>
        <a:bodyPr/>
        <a:lstStyle/>
        <a:p>
          <a:endParaRPr lang="hu-HU"/>
        </a:p>
      </dgm:t>
    </dgm:pt>
    <dgm:pt modelId="{1DA84EAB-0D66-4B30-99D9-F66C1A9382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Tudás hiánya</a:t>
          </a:r>
          <a:endParaRPr lang="en-US" dirty="0"/>
        </a:p>
      </dgm:t>
    </dgm:pt>
    <dgm:pt modelId="{79608045-3E4B-4A48-B0E5-C235B3651AE2}" type="parTrans" cxnId="{BF3E1741-BDBF-4561-8341-3819FD0092A2}">
      <dgm:prSet/>
      <dgm:spPr/>
      <dgm:t>
        <a:bodyPr/>
        <a:lstStyle/>
        <a:p>
          <a:endParaRPr lang="hu-HU"/>
        </a:p>
      </dgm:t>
    </dgm:pt>
    <dgm:pt modelId="{1104E362-5986-4360-934F-4180CFD4313D}" type="sibTrans" cxnId="{BF3E1741-BDBF-4561-8341-3819FD0092A2}">
      <dgm:prSet/>
      <dgm:spPr/>
      <dgm:t>
        <a:bodyPr/>
        <a:lstStyle/>
        <a:p>
          <a:endParaRPr lang="hu-HU"/>
        </a:p>
      </dgm:t>
    </dgm:pt>
    <dgm:pt modelId="{68285EC9-279D-4DFA-918F-607040FB24BA}" type="pres">
      <dgm:prSet presAssocID="{01BCB212-C993-4611-BE95-450E74CE7B70}" presName="linear" presStyleCnt="0">
        <dgm:presLayoutVars>
          <dgm:animLvl val="lvl"/>
          <dgm:resizeHandles val="exact"/>
        </dgm:presLayoutVars>
      </dgm:prSet>
      <dgm:spPr/>
    </dgm:pt>
    <dgm:pt modelId="{B7EC4314-99E7-4B8A-B1D5-37E51EA599A4}" type="pres">
      <dgm:prSet presAssocID="{74C86092-1A80-4D93-AB04-CC29FCD784C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4207032-B842-473D-99C9-37D673AA227F}" type="pres">
      <dgm:prSet presAssocID="{DF635A9D-09E4-481F-9484-30B9651FAFD8}" presName="spacer" presStyleCnt="0"/>
      <dgm:spPr/>
    </dgm:pt>
    <dgm:pt modelId="{2F67B35D-BDB3-4ADC-AC43-B003507A7460}" type="pres">
      <dgm:prSet presAssocID="{227D417C-3BED-4AD7-85E1-A9F29AC785B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24561AD-51FB-4EEC-A370-EA0224C5B3B6}" type="pres">
      <dgm:prSet presAssocID="{B3AAFB15-8A99-4A29-A398-CC83E4AE74C2}" presName="spacer" presStyleCnt="0"/>
      <dgm:spPr/>
    </dgm:pt>
    <dgm:pt modelId="{349439D9-A4FB-4196-AECC-F56ED16EA64E}" type="pres">
      <dgm:prSet presAssocID="{790F1359-03EF-46F1-8AFD-7260666CE62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DB97223-72EA-401E-8EDD-A866FFEE5B99}" type="pres">
      <dgm:prSet presAssocID="{94128985-0765-4988-81F3-05B23BE7CE2F}" presName="spacer" presStyleCnt="0"/>
      <dgm:spPr/>
    </dgm:pt>
    <dgm:pt modelId="{BEA9BC9F-0AAD-4DD7-BE14-AB6E9550B9C5}" type="pres">
      <dgm:prSet presAssocID="{71451C6F-E811-451D-89A9-65A0827DBBE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656FDF2-08D1-40E9-8455-BE093B4D1AB2}" type="pres">
      <dgm:prSet presAssocID="{FBD6FDDD-DCAC-4932-8732-243351FC1CCA}" presName="spacer" presStyleCnt="0"/>
      <dgm:spPr/>
    </dgm:pt>
    <dgm:pt modelId="{D52DB684-3C97-424D-97C2-2E9E74838B2C}" type="pres">
      <dgm:prSet presAssocID="{9C3644C8-19B7-4530-B4ED-F69952B226C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32E2230-116F-43CF-8444-3EDF0DF84DD6}" type="pres">
      <dgm:prSet presAssocID="{2D1D2D6A-B82C-4CBC-A74F-4F88CA59AEEE}" presName="spacer" presStyleCnt="0"/>
      <dgm:spPr/>
    </dgm:pt>
    <dgm:pt modelId="{9EC6C5FE-DD67-4F9E-BB37-3C56A984EE64}" type="pres">
      <dgm:prSet presAssocID="{1DA84EAB-0D66-4B30-99D9-F66C1A93825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A531203-9491-4FE4-85CC-7FDA6F690139}" type="presOf" srcId="{74C86092-1A80-4D93-AB04-CC29FCD784CB}" destId="{B7EC4314-99E7-4B8A-B1D5-37E51EA599A4}" srcOrd="0" destOrd="0" presId="urn:microsoft.com/office/officeart/2005/8/layout/vList2"/>
    <dgm:cxn modelId="{2EAD5A32-FEE6-4985-AC40-EC6F09082999}" type="presOf" srcId="{9C3644C8-19B7-4530-B4ED-F69952B226CD}" destId="{D52DB684-3C97-424D-97C2-2E9E74838B2C}" srcOrd="0" destOrd="0" presId="urn:microsoft.com/office/officeart/2005/8/layout/vList2"/>
    <dgm:cxn modelId="{D449E340-BA46-47D7-99A9-0E5134990122}" srcId="{01BCB212-C993-4611-BE95-450E74CE7B70}" destId="{9C3644C8-19B7-4530-B4ED-F69952B226CD}" srcOrd="4" destOrd="0" parTransId="{418EF621-1C8D-4227-9C01-E71A12591EB7}" sibTransId="{2D1D2D6A-B82C-4CBC-A74F-4F88CA59AEEE}"/>
    <dgm:cxn modelId="{BF3E1741-BDBF-4561-8341-3819FD0092A2}" srcId="{01BCB212-C993-4611-BE95-450E74CE7B70}" destId="{1DA84EAB-0D66-4B30-99D9-F66C1A938259}" srcOrd="5" destOrd="0" parTransId="{79608045-3E4B-4A48-B0E5-C235B3651AE2}" sibTransId="{1104E362-5986-4360-934F-4180CFD4313D}"/>
    <dgm:cxn modelId="{06F95D43-997F-4F67-BE89-943CE56C5161}" type="presOf" srcId="{71451C6F-E811-451D-89A9-65A0827DBBE7}" destId="{BEA9BC9F-0AAD-4DD7-BE14-AB6E9550B9C5}" srcOrd="0" destOrd="0" presId="urn:microsoft.com/office/officeart/2005/8/layout/vList2"/>
    <dgm:cxn modelId="{5E92CB6F-9EEB-4280-94B3-CC3F24E53A30}" type="presOf" srcId="{1DA84EAB-0D66-4B30-99D9-F66C1A938259}" destId="{9EC6C5FE-DD67-4F9E-BB37-3C56A984EE64}" srcOrd="0" destOrd="0" presId="urn:microsoft.com/office/officeart/2005/8/layout/vList2"/>
    <dgm:cxn modelId="{C8E14470-0076-45B5-87F2-A263C7414706}" srcId="{01BCB212-C993-4611-BE95-450E74CE7B70}" destId="{227D417C-3BED-4AD7-85E1-A9F29AC785B2}" srcOrd="1" destOrd="0" parTransId="{386B996E-EA05-493C-8E99-2309DFB7781A}" sibTransId="{B3AAFB15-8A99-4A29-A398-CC83E4AE74C2}"/>
    <dgm:cxn modelId="{EB98357A-A234-4286-9581-9A90551B24EE}" srcId="{01BCB212-C993-4611-BE95-450E74CE7B70}" destId="{71451C6F-E811-451D-89A9-65A0827DBBE7}" srcOrd="3" destOrd="0" parTransId="{DA35361C-9C3A-452A-9A96-3B14C3935476}" sibTransId="{FBD6FDDD-DCAC-4932-8732-243351FC1CCA}"/>
    <dgm:cxn modelId="{55ABDA80-80E6-450A-8BB8-87651EED54E2}" srcId="{01BCB212-C993-4611-BE95-450E74CE7B70}" destId="{790F1359-03EF-46F1-8AFD-7260666CE624}" srcOrd="2" destOrd="0" parTransId="{1A42C61B-EF23-450B-8C34-C57A2DC922F8}" sibTransId="{94128985-0765-4988-81F3-05B23BE7CE2F}"/>
    <dgm:cxn modelId="{17D6DE8E-37FA-4567-9690-FCF1C9E127B2}" type="presOf" srcId="{227D417C-3BED-4AD7-85E1-A9F29AC785B2}" destId="{2F67B35D-BDB3-4ADC-AC43-B003507A7460}" srcOrd="0" destOrd="0" presId="urn:microsoft.com/office/officeart/2005/8/layout/vList2"/>
    <dgm:cxn modelId="{3B9A8F90-303C-41D8-B1EE-F8866C3A08C5}" type="presOf" srcId="{01BCB212-C993-4611-BE95-450E74CE7B70}" destId="{68285EC9-279D-4DFA-918F-607040FB24BA}" srcOrd="0" destOrd="0" presId="urn:microsoft.com/office/officeart/2005/8/layout/vList2"/>
    <dgm:cxn modelId="{1C6B6FE2-3700-464E-8E84-BFC6782FF150}" type="presOf" srcId="{790F1359-03EF-46F1-8AFD-7260666CE624}" destId="{349439D9-A4FB-4196-AECC-F56ED16EA64E}" srcOrd="0" destOrd="0" presId="urn:microsoft.com/office/officeart/2005/8/layout/vList2"/>
    <dgm:cxn modelId="{CEE44CF9-BFC2-41B0-88C3-88030036E41C}" srcId="{01BCB212-C993-4611-BE95-450E74CE7B70}" destId="{74C86092-1A80-4D93-AB04-CC29FCD784CB}" srcOrd="0" destOrd="0" parTransId="{4B97A196-2692-4A70-9675-17C6AEBBC112}" sibTransId="{DF635A9D-09E4-481F-9484-30B9651FAFD8}"/>
    <dgm:cxn modelId="{D6C74311-5A44-405B-8DBB-0D281111A04E}" type="presParOf" srcId="{68285EC9-279D-4DFA-918F-607040FB24BA}" destId="{B7EC4314-99E7-4B8A-B1D5-37E51EA599A4}" srcOrd="0" destOrd="0" presId="urn:microsoft.com/office/officeart/2005/8/layout/vList2"/>
    <dgm:cxn modelId="{5DDB05E1-0038-4600-9FF7-1A8D7252D975}" type="presParOf" srcId="{68285EC9-279D-4DFA-918F-607040FB24BA}" destId="{C4207032-B842-473D-99C9-37D673AA227F}" srcOrd="1" destOrd="0" presId="urn:microsoft.com/office/officeart/2005/8/layout/vList2"/>
    <dgm:cxn modelId="{109E430E-B495-4CD4-BB08-627A8BFA3117}" type="presParOf" srcId="{68285EC9-279D-4DFA-918F-607040FB24BA}" destId="{2F67B35D-BDB3-4ADC-AC43-B003507A7460}" srcOrd="2" destOrd="0" presId="urn:microsoft.com/office/officeart/2005/8/layout/vList2"/>
    <dgm:cxn modelId="{649E317E-867C-4F83-8C52-B82FFCCA3474}" type="presParOf" srcId="{68285EC9-279D-4DFA-918F-607040FB24BA}" destId="{024561AD-51FB-4EEC-A370-EA0224C5B3B6}" srcOrd="3" destOrd="0" presId="urn:microsoft.com/office/officeart/2005/8/layout/vList2"/>
    <dgm:cxn modelId="{A2E723E3-826D-4967-A6E5-D94B21EFBCBA}" type="presParOf" srcId="{68285EC9-279D-4DFA-918F-607040FB24BA}" destId="{349439D9-A4FB-4196-AECC-F56ED16EA64E}" srcOrd="4" destOrd="0" presId="urn:microsoft.com/office/officeart/2005/8/layout/vList2"/>
    <dgm:cxn modelId="{66C8EAC9-7F4F-4DE4-AF83-9209A619EC41}" type="presParOf" srcId="{68285EC9-279D-4DFA-918F-607040FB24BA}" destId="{CDB97223-72EA-401E-8EDD-A866FFEE5B99}" srcOrd="5" destOrd="0" presId="urn:microsoft.com/office/officeart/2005/8/layout/vList2"/>
    <dgm:cxn modelId="{446620FD-488A-49E6-948C-DFC80D2B4C2E}" type="presParOf" srcId="{68285EC9-279D-4DFA-918F-607040FB24BA}" destId="{BEA9BC9F-0AAD-4DD7-BE14-AB6E9550B9C5}" srcOrd="6" destOrd="0" presId="urn:microsoft.com/office/officeart/2005/8/layout/vList2"/>
    <dgm:cxn modelId="{01498418-2A13-482E-8D6E-1D4036954D5D}" type="presParOf" srcId="{68285EC9-279D-4DFA-918F-607040FB24BA}" destId="{C656FDF2-08D1-40E9-8455-BE093B4D1AB2}" srcOrd="7" destOrd="0" presId="urn:microsoft.com/office/officeart/2005/8/layout/vList2"/>
    <dgm:cxn modelId="{A98E69A6-36E2-478C-B250-AD12E8445AB3}" type="presParOf" srcId="{68285EC9-279D-4DFA-918F-607040FB24BA}" destId="{D52DB684-3C97-424D-97C2-2E9E74838B2C}" srcOrd="8" destOrd="0" presId="urn:microsoft.com/office/officeart/2005/8/layout/vList2"/>
    <dgm:cxn modelId="{9384A0CD-DA37-478D-9157-05801130757F}" type="presParOf" srcId="{68285EC9-279D-4DFA-918F-607040FB24BA}" destId="{B32E2230-116F-43CF-8444-3EDF0DF84DD6}" srcOrd="9" destOrd="0" presId="urn:microsoft.com/office/officeart/2005/8/layout/vList2"/>
    <dgm:cxn modelId="{EA9DB38F-99E4-443B-9D68-C067E67CEB15}" type="presParOf" srcId="{68285EC9-279D-4DFA-918F-607040FB24BA}" destId="{9EC6C5FE-DD67-4F9E-BB37-3C56A984EE6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BCB212-C993-4611-BE95-450E74CE7B70}" type="doc">
      <dgm:prSet loTypeId="urn:microsoft.com/office/officeart/2005/8/layout/vList2" loCatId="list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4C86092-1A80-4D93-AB04-CC29FCD784CB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Több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tantárgy</a:t>
          </a:r>
          <a:endParaRPr lang="en-US" dirty="0"/>
        </a:p>
      </dgm:t>
    </dgm:pt>
    <dgm:pt modelId="{4B97A196-2692-4A70-9675-17C6AEBBC112}" type="parTrans" cxnId="{CEE44CF9-BFC2-41B0-88C3-88030036E41C}">
      <dgm:prSet/>
      <dgm:spPr/>
      <dgm:t>
        <a:bodyPr/>
        <a:lstStyle/>
        <a:p>
          <a:endParaRPr lang="en-US"/>
        </a:p>
      </dgm:t>
    </dgm:pt>
    <dgm:pt modelId="{DF635A9D-09E4-481F-9484-30B9651FAFD8}" type="sibTrans" cxnId="{CEE44CF9-BFC2-41B0-88C3-88030036E41C}">
      <dgm:prSet/>
      <dgm:spPr/>
      <dgm:t>
        <a:bodyPr/>
        <a:lstStyle/>
        <a:p>
          <a:endParaRPr lang="en-US"/>
        </a:p>
      </dgm:t>
    </dgm:pt>
    <dgm:pt modelId="{66D5747C-94B5-4D53-B600-4015FC15FA56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Több kérdés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305E46-7D5B-4794-A5B3-414D783774E3}" type="parTrans" cxnId="{A915C235-5ED6-44B3-B5DA-EB206E84E617}">
      <dgm:prSet/>
      <dgm:spPr/>
      <dgm:t>
        <a:bodyPr/>
        <a:lstStyle/>
        <a:p>
          <a:endParaRPr lang="hu-HU"/>
        </a:p>
      </dgm:t>
    </dgm:pt>
    <dgm:pt modelId="{78C278BE-64F1-47BD-A759-8B43A6D08489}" type="sibTrans" cxnId="{A915C235-5ED6-44B3-B5DA-EB206E84E617}">
      <dgm:prSet/>
      <dgm:spPr/>
      <dgm:t>
        <a:bodyPr/>
        <a:lstStyle/>
        <a:p>
          <a:endParaRPr lang="hu-HU"/>
        </a:p>
      </dgm:t>
    </dgm:pt>
    <dgm:pt modelId="{810793D6-B648-447C-A00F-BA578AA71257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Kérdések nehézség szerint rendszerezve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630F0-EDA1-4B12-BA7C-214F79FB0F59}" type="parTrans" cxnId="{D13F50A8-6325-4EDC-BB00-3146A28C2985}">
      <dgm:prSet/>
      <dgm:spPr/>
      <dgm:t>
        <a:bodyPr/>
        <a:lstStyle/>
        <a:p>
          <a:endParaRPr lang="hu-HU"/>
        </a:p>
      </dgm:t>
    </dgm:pt>
    <dgm:pt modelId="{69FEF2A1-0541-4FF9-88CD-7E648B449110}" type="sibTrans" cxnId="{D13F50A8-6325-4EDC-BB00-3146A28C2985}">
      <dgm:prSet/>
      <dgm:spPr/>
      <dgm:t>
        <a:bodyPr/>
        <a:lstStyle/>
        <a:p>
          <a:endParaRPr lang="hu-HU"/>
        </a:p>
      </dgm:t>
    </dgm:pt>
    <dgm:pt modelId="{E78A9519-1DF1-4F52-B869-75F3919707D0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Személyre szabhatóság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9C2AE5-4E4F-499D-ABBB-096E712E87CD}" type="parTrans" cxnId="{48892DDC-A6D2-4CC3-9B3D-8059029D758C}">
      <dgm:prSet/>
      <dgm:spPr/>
      <dgm:t>
        <a:bodyPr/>
        <a:lstStyle/>
        <a:p>
          <a:endParaRPr lang="hu-HU"/>
        </a:p>
      </dgm:t>
    </dgm:pt>
    <dgm:pt modelId="{E71B8FE0-7090-4893-AD7F-5E4E17F3DDED}" type="sibTrans" cxnId="{48892DDC-A6D2-4CC3-9B3D-8059029D758C}">
      <dgm:prSet/>
      <dgm:spPr/>
      <dgm:t>
        <a:bodyPr/>
        <a:lstStyle/>
        <a:p>
          <a:endParaRPr lang="hu-HU"/>
        </a:p>
      </dgm:t>
    </dgm:pt>
    <dgm:pt modelId="{1D488E10-DEE0-4023-B385-E5172F03AC00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Felhasználó saját témakört készíthet saját kérdésekkel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4B24FB2-3807-423C-845F-6BEEA9BF9757}" type="parTrans" cxnId="{210578E2-7444-4A79-B4AD-CCE567F6C1C4}">
      <dgm:prSet/>
      <dgm:spPr/>
      <dgm:t>
        <a:bodyPr/>
        <a:lstStyle/>
        <a:p>
          <a:endParaRPr lang="hu-HU"/>
        </a:p>
      </dgm:t>
    </dgm:pt>
    <dgm:pt modelId="{6B2F11CE-F4C0-41A8-97B1-B5C98093100E}" type="sibTrans" cxnId="{210578E2-7444-4A79-B4AD-CCE567F6C1C4}">
      <dgm:prSet/>
      <dgm:spPr/>
      <dgm:t>
        <a:bodyPr/>
        <a:lstStyle/>
        <a:p>
          <a:endParaRPr lang="hu-HU"/>
        </a:p>
      </dgm:t>
    </dgm:pt>
    <dgm:pt modelId="{68285EC9-279D-4DFA-918F-607040FB24BA}" type="pres">
      <dgm:prSet presAssocID="{01BCB212-C993-4611-BE95-450E74CE7B70}" presName="linear" presStyleCnt="0">
        <dgm:presLayoutVars>
          <dgm:animLvl val="lvl"/>
          <dgm:resizeHandles val="exact"/>
        </dgm:presLayoutVars>
      </dgm:prSet>
      <dgm:spPr/>
    </dgm:pt>
    <dgm:pt modelId="{B7EC4314-99E7-4B8A-B1D5-37E51EA599A4}" type="pres">
      <dgm:prSet presAssocID="{74C86092-1A80-4D93-AB04-CC29FCD784C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207032-B842-473D-99C9-37D673AA227F}" type="pres">
      <dgm:prSet presAssocID="{DF635A9D-09E4-481F-9484-30B9651FAFD8}" presName="spacer" presStyleCnt="0"/>
      <dgm:spPr/>
    </dgm:pt>
    <dgm:pt modelId="{D9BE7BEC-1B83-4BC9-B2E8-CEFE811266C4}" type="pres">
      <dgm:prSet presAssocID="{66D5747C-94B5-4D53-B600-4015FC15FA5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B6904D-3ACC-497B-A015-7DDC3097AC5C}" type="pres">
      <dgm:prSet presAssocID="{78C278BE-64F1-47BD-A759-8B43A6D08489}" presName="spacer" presStyleCnt="0"/>
      <dgm:spPr/>
    </dgm:pt>
    <dgm:pt modelId="{1DABD9C3-0F8A-459B-8F19-491C36A496AC}" type="pres">
      <dgm:prSet presAssocID="{810793D6-B648-447C-A00F-BA578AA712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9949AD6-422C-449F-BA11-8DB748F039A4}" type="pres">
      <dgm:prSet presAssocID="{69FEF2A1-0541-4FF9-88CD-7E648B449110}" presName="spacer" presStyleCnt="0"/>
      <dgm:spPr/>
    </dgm:pt>
    <dgm:pt modelId="{3A794FE9-D134-4D58-861E-20561CB6A7B4}" type="pres">
      <dgm:prSet presAssocID="{E78A9519-1DF1-4F52-B869-75F3919707D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FF964C-09DF-4A53-9A1B-BBAE3ECAF526}" type="pres">
      <dgm:prSet presAssocID="{E71B8FE0-7090-4893-AD7F-5E4E17F3DDED}" presName="spacer" presStyleCnt="0"/>
      <dgm:spPr/>
    </dgm:pt>
    <dgm:pt modelId="{90EBCA0D-8DA6-468B-9B23-3C74228E0249}" type="pres">
      <dgm:prSet presAssocID="{1D488E10-DEE0-4023-B385-E5172F03AC0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A531203-9491-4FE4-85CC-7FDA6F690139}" type="presOf" srcId="{74C86092-1A80-4D93-AB04-CC29FCD784CB}" destId="{B7EC4314-99E7-4B8A-B1D5-37E51EA599A4}" srcOrd="0" destOrd="0" presId="urn:microsoft.com/office/officeart/2005/8/layout/vList2"/>
    <dgm:cxn modelId="{A915C235-5ED6-44B3-B5DA-EB206E84E617}" srcId="{01BCB212-C993-4611-BE95-450E74CE7B70}" destId="{66D5747C-94B5-4D53-B600-4015FC15FA56}" srcOrd="1" destOrd="0" parTransId="{14305E46-7D5B-4794-A5B3-414D783774E3}" sibTransId="{78C278BE-64F1-47BD-A759-8B43A6D08489}"/>
    <dgm:cxn modelId="{3B9A8F90-303C-41D8-B1EE-F8866C3A08C5}" type="presOf" srcId="{01BCB212-C993-4611-BE95-450E74CE7B70}" destId="{68285EC9-279D-4DFA-918F-607040FB24BA}" srcOrd="0" destOrd="0" presId="urn:microsoft.com/office/officeart/2005/8/layout/vList2"/>
    <dgm:cxn modelId="{D13F50A8-6325-4EDC-BB00-3146A28C2985}" srcId="{01BCB212-C993-4611-BE95-450E74CE7B70}" destId="{810793D6-B648-447C-A00F-BA578AA71257}" srcOrd="2" destOrd="0" parTransId="{038630F0-EDA1-4B12-BA7C-214F79FB0F59}" sibTransId="{69FEF2A1-0541-4FF9-88CD-7E648B449110}"/>
    <dgm:cxn modelId="{45F2D8B3-9FB6-4522-982E-2A7E73AAB35A}" type="presOf" srcId="{66D5747C-94B5-4D53-B600-4015FC15FA56}" destId="{D9BE7BEC-1B83-4BC9-B2E8-CEFE811266C4}" srcOrd="0" destOrd="0" presId="urn:microsoft.com/office/officeart/2005/8/layout/vList2"/>
    <dgm:cxn modelId="{48892DDC-A6D2-4CC3-9B3D-8059029D758C}" srcId="{01BCB212-C993-4611-BE95-450E74CE7B70}" destId="{E78A9519-1DF1-4F52-B869-75F3919707D0}" srcOrd="3" destOrd="0" parTransId="{449C2AE5-4E4F-499D-ABBB-096E712E87CD}" sibTransId="{E71B8FE0-7090-4893-AD7F-5E4E17F3DDED}"/>
    <dgm:cxn modelId="{210578E2-7444-4A79-B4AD-CCE567F6C1C4}" srcId="{01BCB212-C993-4611-BE95-450E74CE7B70}" destId="{1D488E10-DEE0-4023-B385-E5172F03AC00}" srcOrd="4" destOrd="0" parTransId="{C4B24FB2-3807-423C-845F-6BEEA9BF9757}" sibTransId="{6B2F11CE-F4C0-41A8-97B1-B5C98093100E}"/>
    <dgm:cxn modelId="{27A16DEA-9185-422A-8BA1-5CCF3A2A4ED2}" type="presOf" srcId="{810793D6-B648-447C-A00F-BA578AA71257}" destId="{1DABD9C3-0F8A-459B-8F19-491C36A496AC}" srcOrd="0" destOrd="0" presId="urn:microsoft.com/office/officeart/2005/8/layout/vList2"/>
    <dgm:cxn modelId="{8DAA52EE-2765-4E84-9B56-0F4A2630B189}" type="presOf" srcId="{1D488E10-DEE0-4023-B385-E5172F03AC00}" destId="{90EBCA0D-8DA6-468B-9B23-3C74228E0249}" srcOrd="0" destOrd="0" presId="urn:microsoft.com/office/officeart/2005/8/layout/vList2"/>
    <dgm:cxn modelId="{42E421EF-5B74-4B24-AA13-A522B1B6A0E8}" type="presOf" srcId="{E78A9519-1DF1-4F52-B869-75F3919707D0}" destId="{3A794FE9-D134-4D58-861E-20561CB6A7B4}" srcOrd="0" destOrd="0" presId="urn:microsoft.com/office/officeart/2005/8/layout/vList2"/>
    <dgm:cxn modelId="{CEE44CF9-BFC2-41B0-88C3-88030036E41C}" srcId="{01BCB212-C993-4611-BE95-450E74CE7B70}" destId="{74C86092-1A80-4D93-AB04-CC29FCD784CB}" srcOrd="0" destOrd="0" parTransId="{4B97A196-2692-4A70-9675-17C6AEBBC112}" sibTransId="{DF635A9D-09E4-481F-9484-30B9651FAFD8}"/>
    <dgm:cxn modelId="{D6C74311-5A44-405B-8DBB-0D281111A04E}" type="presParOf" srcId="{68285EC9-279D-4DFA-918F-607040FB24BA}" destId="{B7EC4314-99E7-4B8A-B1D5-37E51EA599A4}" srcOrd="0" destOrd="0" presId="urn:microsoft.com/office/officeart/2005/8/layout/vList2"/>
    <dgm:cxn modelId="{5DDB05E1-0038-4600-9FF7-1A8D7252D975}" type="presParOf" srcId="{68285EC9-279D-4DFA-918F-607040FB24BA}" destId="{C4207032-B842-473D-99C9-37D673AA227F}" srcOrd="1" destOrd="0" presId="urn:microsoft.com/office/officeart/2005/8/layout/vList2"/>
    <dgm:cxn modelId="{7717B493-A7A5-4E42-9E0D-8CC4DC0AF3AE}" type="presParOf" srcId="{68285EC9-279D-4DFA-918F-607040FB24BA}" destId="{D9BE7BEC-1B83-4BC9-B2E8-CEFE811266C4}" srcOrd="2" destOrd="0" presId="urn:microsoft.com/office/officeart/2005/8/layout/vList2"/>
    <dgm:cxn modelId="{6367B6D9-FA33-4CE1-8516-4510F446FA6F}" type="presParOf" srcId="{68285EC9-279D-4DFA-918F-607040FB24BA}" destId="{EBB6904D-3ACC-497B-A015-7DDC3097AC5C}" srcOrd="3" destOrd="0" presId="urn:microsoft.com/office/officeart/2005/8/layout/vList2"/>
    <dgm:cxn modelId="{7055A7B9-B7F9-49A1-83AE-2976054F332C}" type="presParOf" srcId="{68285EC9-279D-4DFA-918F-607040FB24BA}" destId="{1DABD9C3-0F8A-459B-8F19-491C36A496AC}" srcOrd="4" destOrd="0" presId="urn:microsoft.com/office/officeart/2005/8/layout/vList2"/>
    <dgm:cxn modelId="{AB6CA53E-9F3C-4304-ACE7-C3F1E1CF4097}" type="presParOf" srcId="{68285EC9-279D-4DFA-918F-607040FB24BA}" destId="{A9949AD6-422C-449F-BA11-8DB748F039A4}" srcOrd="5" destOrd="0" presId="urn:microsoft.com/office/officeart/2005/8/layout/vList2"/>
    <dgm:cxn modelId="{980D7BA0-C2CC-4271-80E6-E977AEBEF9D2}" type="presParOf" srcId="{68285EC9-279D-4DFA-918F-607040FB24BA}" destId="{3A794FE9-D134-4D58-861E-20561CB6A7B4}" srcOrd="6" destOrd="0" presId="urn:microsoft.com/office/officeart/2005/8/layout/vList2"/>
    <dgm:cxn modelId="{B198841D-8645-412D-87EA-AD031BD5B5C5}" type="presParOf" srcId="{68285EC9-279D-4DFA-918F-607040FB24BA}" destId="{28FF964C-09DF-4A53-9A1B-BBAE3ECAF526}" srcOrd="7" destOrd="0" presId="urn:microsoft.com/office/officeart/2005/8/layout/vList2"/>
    <dgm:cxn modelId="{5BD0BC1C-6036-4E74-B0F9-D6C386792E7B}" type="presParOf" srcId="{68285EC9-279D-4DFA-918F-607040FB24BA}" destId="{90EBCA0D-8DA6-468B-9B23-3C74228E02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F68C22-E4DB-482A-B371-7B9A2EB87DA3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hu-HU"/>
        </a:p>
      </dgm:t>
    </dgm:pt>
    <dgm:pt modelId="{9E255088-218B-43AF-BC2C-A5A4B3D9F064}">
      <dgm:prSet phldrT="[Szöveg]"/>
      <dgm:spPr>
        <a:solidFill>
          <a:schemeClr val="accent4"/>
        </a:solidFill>
      </dgm:spPr>
      <dgm:t>
        <a:bodyPr/>
        <a:lstStyle/>
        <a:p>
          <a:r>
            <a:rPr lang="hu-HU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erstadt"/>
              <a:ea typeface="+mn-ea"/>
              <a:cs typeface="+mn-cs"/>
            </a:rPr>
            <a:t>Kristóf, Dani</a:t>
          </a:r>
        </a:p>
      </dgm:t>
    </dgm:pt>
    <dgm:pt modelId="{29C3AAD9-242E-4CD3-8CB7-C4DD8AC9028B}" type="parTrans" cxnId="{FC0EB8B2-E313-4505-84AA-30689C9B18DB}">
      <dgm:prSet/>
      <dgm:spPr/>
      <dgm:t>
        <a:bodyPr/>
        <a:lstStyle/>
        <a:p>
          <a:endParaRPr lang="hu-HU"/>
        </a:p>
      </dgm:t>
    </dgm:pt>
    <dgm:pt modelId="{8B121254-BE0A-4DCA-B4E1-1F601B60DB93}" type="sibTrans" cxnId="{FC0EB8B2-E313-4505-84AA-30689C9B18DB}">
      <dgm:prSet/>
      <dgm:spPr/>
      <dgm:t>
        <a:bodyPr/>
        <a:lstStyle/>
        <a:p>
          <a:endParaRPr lang="hu-HU"/>
        </a:p>
      </dgm:t>
    </dgm:pt>
    <dgm:pt modelId="{266B47A8-CB05-40A8-A1E7-B7CFBBFE6FEA}">
      <dgm:prSet phldrT="[Szöveg]" phldr="0"/>
      <dgm:spPr/>
      <dgm:t>
        <a:bodyPr/>
        <a:lstStyle/>
        <a:p>
          <a:r>
            <a:rPr lang="hu-HU" dirty="0"/>
            <a:t>Dokumentáció</a:t>
          </a:r>
        </a:p>
      </dgm:t>
    </dgm:pt>
    <dgm:pt modelId="{F16DE542-55E5-4699-861F-A5AED80759D7}" type="parTrans" cxnId="{FECBD143-93B5-4076-815C-2A84F475A8CD}">
      <dgm:prSet/>
      <dgm:spPr/>
      <dgm:t>
        <a:bodyPr/>
        <a:lstStyle/>
        <a:p>
          <a:endParaRPr lang="hu-HU"/>
        </a:p>
      </dgm:t>
    </dgm:pt>
    <dgm:pt modelId="{E49657F1-47AB-4EE2-96E8-F794C5BAA5E8}" type="sibTrans" cxnId="{FECBD143-93B5-4076-815C-2A84F475A8CD}">
      <dgm:prSet/>
      <dgm:spPr/>
      <dgm:t>
        <a:bodyPr/>
        <a:lstStyle/>
        <a:p>
          <a:endParaRPr lang="hu-HU"/>
        </a:p>
      </dgm:t>
    </dgm:pt>
    <dgm:pt modelId="{ED6DE214-3627-4E0E-BD2F-AA51E4D76723}">
      <dgm:prSet phldrT="[Szöveg]"/>
      <dgm:spPr>
        <a:solidFill>
          <a:schemeClr val="accent4"/>
        </a:solidFill>
      </dgm:spPr>
      <dgm:t>
        <a:bodyPr/>
        <a:lstStyle/>
        <a:p>
          <a:r>
            <a:rPr lang="hu-HU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rPr>
            <a:t>Levente</a:t>
          </a:r>
          <a:endParaRPr lang="hu-HU"/>
        </a:p>
      </dgm:t>
    </dgm:pt>
    <dgm:pt modelId="{D0C732F4-01DB-45FD-BA58-FAA75E7135BE}" type="parTrans" cxnId="{FE35E940-AFA7-4C04-9C86-16DE87A66133}">
      <dgm:prSet/>
      <dgm:spPr/>
      <dgm:t>
        <a:bodyPr/>
        <a:lstStyle/>
        <a:p>
          <a:endParaRPr lang="hu-HU"/>
        </a:p>
      </dgm:t>
    </dgm:pt>
    <dgm:pt modelId="{86D62735-6F88-453F-B73A-B5EBE05BBEE9}" type="sibTrans" cxnId="{FE35E940-AFA7-4C04-9C86-16DE87A66133}">
      <dgm:prSet/>
      <dgm:spPr/>
      <dgm:t>
        <a:bodyPr/>
        <a:lstStyle/>
        <a:p>
          <a:endParaRPr lang="hu-HU"/>
        </a:p>
      </dgm:t>
    </dgm:pt>
    <dgm:pt modelId="{29DCEF78-A5A2-44E3-BBC6-DC9A05AE07FE}">
      <dgm:prSet phldrT="[Szöveg]" phldr="0"/>
      <dgm:spPr/>
      <dgm:t>
        <a:bodyPr/>
        <a:lstStyle/>
        <a:p>
          <a:r>
            <a:rPr lang="hu-HU" dirty="0"/>
            <a:t>Szoftver</a:t>
          </a:r>
        </a:p>
      </dgm:t>
    </dgm:pt>
    <dgm:pt modelId="{099846B5-7E11-4874-8E82-CC0FF5C0B46D}" type="parTrans" cxnId="{261FF078-F37C-4A1C-9E75-79FC804F0A2C}">
      <dgm:prSet/>
      <dgm:spPr/>
      <dgm:t>
        <a:bodyPr/>
        <a:lstStyle/>
        <a:p>
          <a:endParaRPr lang="hu-HU"/>
        </a:p>
      </dgm:t>
    </dgm:pt>
    <dgm:pt modelId="{DEDD4A3C-4E66-470A-BA98-973F010539B2}" type="sibTrans" cxnId="{261FF078-F37C-4A1C-9E75-79FC804F0A2C}">
      <dgm:prSet/>
      <dgm:spPr/>
      <dgm:t>
        <a:bodyPr/>
        <a:lstStyle/>
        <a:p>
          <a:endParaRPr lang="hu-HU"/>
        </a:p>
      </dgm:t>
    </dgm:pt>
    <dgm:pt modelId="{B55F7AF1-DA04-4EFA-8831-867EECB3402F}">
      <dgm:prSet phldrT="[Szöveg]" phldr="0"/>
      <dgm:spPr/>
      <dgm:t>
        <a:bodyPr/>
        <a:lstStyle/>
        <a:p>
          <a:r>
            <a:rPr lang="hu-HU" dirty="0"/>
            <a:t>Bementi adatok</a:t>
          </a:r>
        </a:p>
      </dgm:t>
    </dgm:pt>
    <dgm:pt modelId="{F2BDF637-002B-41D8-8161-05EE122E0211}" type="parTrans" cxnId="{092F34F8-75DA-4812-B060-B4CE03DB0D2D}">
      <dgm:prSet/>
      <dgm:spPr/>
      <dgm:t>
        <a:bodyPr/>
        <a:lstStyle/>
        <a:p>
          <a:endParaRPr lang="hu-HU"/>
        </a:p>
      </dgm:t>
    </dgm:pt>
    <dgm:pt modelId="{BEA9FA51-8EB0-4BDB-8B3C-1840BB6B0FFC}" type="sibTrans" cxnId="{092F34F8-75DA-4812-B060-B4CE03DB0D2D}">
      <dgm:prSet/>
      <dgm:spPr/>
      <dgm:t>
        <a:bodyPr/>
        <a:lstStyle/>
        <a:p>
          <a:endParaRPr lang="hu-HU"/>
        </a:p>
      </dgm:t>
    </dgm:pt>
    <dgm:pt modelId="{95F87670-D091-43A4-97BA-9D0A129E63AE}">
      <dgm:prSet phldrT="[Szöveg]" phldr="0"/>
      <dgm:spPr/>
      <dgm:t>
        <a:bodyPr/>
        <a:lstStyle/>
        <a:p>
          <a:r>
            <a:rPr lang="hu-HU" dirty="0"/>
            <a:t>Prezentáció</a:t>
          </a:r>
        </a:p>
      </dgm:t>
    </dgm:pt>
    <dgm:pt modelId="{E155A7BA-FA18-4658-B06E-FCF2F0F884B2}" type="parTrans" cxnId="{DC5B8FA2-3514-4883-B53B-CA32C79A79F6}">
      <dgm:prSet/>
      <dgm:spPr/>
      <dgm:t>
        <a:bodyPr/>
        <a:lstStyle/>
        <a:p>
          <a:endParaRPr lang="hu-HU"/>
        </a:p>
      </dgm:t>
    </dgm:pt>
    <dgm:pt modelId="{A91B1C9E-34A7-4B8C-9131-EDE056D29E6D}" type="sibTrans" cxnId="{DC5B8FA2-3514-4883-B53B-CA32C79A79F6}">
      <dgm:prSet/>
      <dgm:spPr/>
      <dgm:t>
        <a:bodyPr/>
        <a:lstStyle/>
        <a:p>
          <a:endParaRPr lang="hu-HU"/>
        </a:p>
      </dgm:t>
    </dgm:pt>
    <dgm:pt modelId="{0EDC0E5F-8045-4CAE-8009-16310D66D273}" type="pres">
      <dgm:prSet presAssocID="{79F68C22-E4DB-482A-B371-7B9A2EB87DA3}" presName="linear" presStyleCnt="0">
        <dgm:presLayoutVars>
          <dgm:dir/>
          <dgm:animLvl val="lvl"/>
          <dgm:resizeHandles val="exact"/>
        </dgm:presLayoutVars>
      </dgm:prSet>
      <dgm:spPr/>
    </dgm:pt>
    <dgm:pt modelId="{716F2AFB-6C46-4E11-A5BE-280A5F329573}" type="pres">
      <dgm:prSet presAssocID="{9E255088-218B-43AF-BC2C-A5A4B3D9F064}" presName="parentLin" presStyleCnt="0"/>
      <dgm:spPr/>
    </dgm:pt>
    <dgm:pt modelId="{3A2DE394-0489-4DC5-A7CF-C2DA0AD1028B}" type="pres">
      <dgm:prSet presAssocID="{9E255088-218B-43AF-BC2C-A5A4B3D9F064}" presName="parentLeftMargin" presStyleLbl="node1" presStyleIdx="0" presStyleCnt="2"/>
      <dgm:spPr/>
    </dgm:pt>
    <dgm:pt modelId="{C83E44F5-4A10-4C52-99FF-A78DCDB9F0AB}" type="pres">
      <dgm:prSet presAssocID="{9E255088-218B-43AF-BC2C-A5A4B3D9F0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C1E196-A185-4EB2-8AB2-F4E9286BFB47}" type="pres">
      <dgm:prSet presAssocID="{9E255088-218B-43AF-BC2C-A5A4B3D9F064}" presName="negativeSpace" presStyleCnt="0"/>
      <dgm:spPr/>
    </dgm:pt>
    <dgm:pt modelId="{B027EE3D-A469-46AC-B82E-6796AA697CA1}" type="pres">
      <dgm:prSet presAssocID="{9E255088-218B-43AF-BC2C-A5A4B3D9F064}" presName="childText" presStyleLbl="conFgAcc1" presStyleIdx="0" presStyleCnt="2">
        <dgm:presLayoutVars>
          <dgm:bulletEnabled val="1"/>
        </dgm:presLayoutVars>
      </dgm:prSet>
      <dgm:spPr/>
    </dgm:pt>
    <dgm:pt modelId="{DB7989FD-252E-465E-89D2-660A36AB4A35}" type="pres">
      <dgm:prSet presAssocID="{8B121254-BE0A-4DCA-B4E1-1F601B60DB93}" presName="spaceBetweenRectangles" presStyleCnt="0"/>
      <dgm:spPr/>
    </dgm:pt>
    <dgm:pt modelId="{2AF98243-0FF1-4C08-955D-975B215F49CC}" type="pres">
      <dgm:prSet presAssocID="{ED6DE214-3627-4E0E-BD2F-AA51E4D76723}" presName="parentLin" presStyleCnt="0"/>
      <dgm:spPr/>
    </dgm:pt>
    <dgm:pt modelId="{DA8885A6-E5C0-47D0-B85F-926F6408232F}" type="pres">
      <dgm:prSet presAssocID="{ED6DE214-3627-4E0E-BD2F-AA51E4D76723}" presName="parentLeftMargin" presStyleLbl="node1" presStyleIdx="0" presStyleCnt="2"/>
      <dgm:spPr/>
    </dgm:pt>
    <dgm:pt modelId="{674875BE-540F-4BB3-B119-8DDEF7EBBD44}" type="pres">
      <dgm:prSet presAssocID="{ED6DE214-3627-4E0E-BD2F-AA51E4D7672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8F204C6-5126-4043-A8B6-BCA97B83C410}" type="pres">
      <dgm:prSet presAssocID="{ED6DE214-3627-4E0E-BD2F-AA51E4D76723}" presName="negativeSpace" presStyleCnt="0"/>
      <dgm:spPr/>
    </dgm:pt>
    <dgm:pt modelId="{A516C955-3018-463E-BE1B-04EF5F411774}" type="pres">
      <dgm:prSet presAssocID="{ED6DE214-3627-4E0E-BD2F-AA51E4D7672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5F51D0F-77B4-47B0-A597-5C37D910644D}" type="presOf" srcId="{29DCEF78-A5A2-44E3-BBC6-DC9A05AE07FE}" destId="{A516C955-3018-463E-BE1B-04EF5F411774}" srcOrd="0" destOrd="0" presId="urn:microsoft.com/office/officeart/2005/8/layout/list1"/>
    <dgm:cxn modelId="{BA651110-5CD6-45B8-8B84-0B1F22B7FB6D}" type="presOf" srcId="{9E255088-218B-43AF-BC2C-A5A4B3D9F064}" destId="{C83E44F5-4A10-4C52-99FF-A78DCDB9F0AB}" srcOrd="1" destOrd="0" presId="urn:microsoft.com/office/officeart/2005/8/layout/list1"/>
    <dgm:cxn modelId="{9C87B01C-C44C-4CB6-83C2-A65A73200794}" type="presOf" srcId="{266B47A8-CB05-40A8-A1E7-B7CFBBFE6FEA}" destId="{B027EE3D-A469-46AC-B82E-6796AA697CA1}" srcOrd="0" destOrd="0" presId="urn:microsoft.com/office/officeart/2005/8/layout/list1"/>
    <dgm:cxn modelId="{AF37132E-421F-47BF-BFCC-F13542D48671}" type="presOf" srcId="{95F87670-D091-43A4-97BA-9D0A129E63AE}" destId="{B027EE3D-A469-46AC-B82E-6796AA697CA1}" srcOrd="0" destOrd="1" presId="urn:microsoft.com/office/officeart/2005/8/layout/list1"/>
    <dgm:cxn modelId="{F9F2D134-FD94-409A-B15D-4534857E561A}" type="presOf" srcId="{ED6DE214-3627-4E0E-BD2F-AA51E4D76723}" destId="{674875BE-540F-4BB3-B119-8DDEF7EBBD44}" srcOrd="1" destOrd="0" presId="urn:microsoft.com/office/officeart/2005/8/layout/list1"/>
    <dgm:cxn modelId="{8F196740-8657-43DF-A1D6-C12773169C65}" type="presOf" srcId="{ED6DE214-3627-4E0E-BD2F-AA51E4D76723}" destId="{DA8885A6-E5C0-47D0-B85F-926F6408232F}" srcOrd="0" destOrd="0" presId="urn:microsoft.com/office/officeart/2005/8/layout/list1"/>
    <dgm:cxn modelId="{FE35E940-AFA7-4C04-9C86-16DE87A66133}" srcId="{79F68C22-E4DB-482A-B371-7B9A2EB87DA3}" destId="{ED6DE214-3627-4E0E-BD2F-AA51E4D76723}" srcOrd="1" destOrd="0" parTransId="{D0C732F4-01DB-45FD-BA58-FAA75E7135BE}" sibTransId="{86D62735-6F88-453F-B73A-B5EBE05BBEE9}"/>
    <dgm:cxn modelId="{FECBD143-93B5-4076-815C-2A84F475A8CD}" srcId="{9E255088-218B-43AF-BC2C-A5A4B3D9F064}" destId="{266B47A8-CB05-40A8-A1E7-B7CFBBFE6FEA}" srcOrd="0" destOrd="0" parTransId="{F16DE542-55E5-4699-861F-A5AED80759D7}" sibTransId="{E49657F1-47AB-4EE2-96E8-F794C5BAA5E8}"/>
    <dgm:cxn modelId="{261FF078-F37C-4A1C-9E75-79FC804F0A2C}" srcId="{ED6DE214-3627-4E0E-BD2F-AA51E4D76723}" destId="{29DCEF78-A5A2-44E3-BBC6-DC9A05AE07FE}" srcOrd="0" destOrd="0" parTransId="{099846B5-7E11-4874-8E82-CC0FF5C0B46D}" sibTransId="{DEDD4A3C-4E66-470A-BA98-973F010539B2}"/>
    <dgm:cxn modelId="{DC5B8FA2-3514-4883-B53B-CA32C79A79F6}" srcId="{9E255088-218B-43AF-BC2C-A5A4B3D9F064}" destId="{95F87670-D091-43A4-97BA-9D0A129E63AE}" srcOrd="1" destOrd="0" parTransId="{E155A7BA-FA18-4658-B06E-FCF2F0F884B2}" sibTransId="{A91B1C9E-34A7-4B8C-9131-EDE056D29E6D}"/>
    <dgm:cxn modelId="{FC0EB8B2-E313-4505-84AA-30689C9B18DB}" srcId="{79F68C22-E4DB-482A-B371-7B9A2EB87DA3}" destId="{9E255088-218B-43AF-BC2C-A5A4B3D9F064}" srcOrd="0" destOrd="0" parTransId="{29C3AAD9-242E-4CD3-8CB7-C4DD8AC9028B}" sibTransId="{8B121254-BE0A-4DCA-B4E1-1F601B60DB93}"/>
    <dgm:cxn modelId="{2D7C5ECB-E78F-4866-8FE6-4AA82F709589}" type="presOf" srcId="{B55F7AF1-DA04-4EFA-8831-867EECB3402F}" destId="{A516C955-3018-463E-BE1B-04EF5F411774}" srcOrd="0" destOrd="1" presId="urn:microsoft.com/office/officeart/2005/8/layout/list1"/>
    <dgm:cxn modelId="{F59E31D4-6775-4C57-BA3B-C06700128BF4}" type="presOf" srcId="{79F68C22-E4DB-482A-B371-7B9A2EB87DA3}" destId="{0EDC0E5F-8045-4CAE-8009-16310D66D273}" srcOrd="0" destOrd="0" presId="urn:microsoft.com/office/officeart/2005/8/layout/list1"/>
    <dgm:cxn modelId="{E64215EF-26FE-4E3F-A098-A57671792622}" type="presOf" srcId="{9E255088-218B-43AF-BC2C-A5A4B3D9F064}" destId="{3A2DE394-0489-4DC5-A7CF-C2DA0AD1028B}" srcOrd="0" destOrd="0" presId="urn:microsoft.com/office/officeart/2005/8/layout/list1"/>
    <dgm:cxn modelId="{092F34F8-75DA-4812-B060-B4CE03DB0D2D}" srcId="{ED6DE214-3627-4E0E-BD2F-AA51E4D76723}" destId="{B55F7AF1-DA04-4EFA-8831-867EECB3402F}" srcOrd="1" destOrd="0" parTransId="{F2BDF637-002B-41D8-8161-05EE122E0211}" sibTransId="{BEA9FA51-8EB0-4BDB-8B3C-1840BB6B0FFC}"/>
    <dgm:cxn modelId="{4ECA9B49-C9AD-4BE3-98FA-C517BD8B593A}" type="presParOf" srcId="{0EDC0E5F-8045-4CAE-8009-16310D66D273}" destId="{716F2AFB-6C46-4E11-A5BE-280A5F329573}" srcOrd="0" destOrd="0" presId="urn:microsoft.com/office/officeart/2005/8/layout/list1"/>
    <dgm:cxn modelId="{CC8183B7-2D96-40E3-BB94-A59ACD95B107}" type="presParOf" srcId="{716F2AFB-6C46-4E11-A5BE-280A5F329573}" destId="{3A2DE394-0489-4DC5-A7CF-C2DA0AD1028B}" srcOrd="0" destOrd="0" presId="urn:microsoft.com/office/officeart/2005/8/layout/list1"/>
    <dgm:cxn modelId="{F5CCA9ED-1A17-4E3E-B4FD-3DEE3EE2741A}" type="presParOf" srcId="{716F2AFB-6C46-4E11-A5BE-280A5F329573}" destId="{C83E44F5-4A10-4C52-99FF-A78DCDB9F0AB}" srcOrd="1" destOrd="0" presId="urn:microsoft.com/office/officeart/2005/8/layout/list1"/>
    <dgm:cxn modelId="{4CC02662-3962-4EFE-A18D-46FCED05D9D1}" type="presParOf" srcId="{0EDC0E5F-8045-4CAE-8009-16310D66D273}" destId="{96C1E196-A185-4EB2-8AB2-F4E9286BFB47}" srcOrd="1" destOrd="0" presId="urn:microsoft.com/office/officeart/2005/8/layout/list1"/>
    <dgm:cxn modelId="{B0651FB2-336A-4009-8971-A6A35174070F}" type="presParOf" srcId="{0EDC0E5F-8045-4CAE-8009-16310D66D273}" destId="{B027EE3D-A469-46AC-B82E-6796AA697CA1}" srcOrd="2" destOrd="0" presId="urn:microsoft.com/office/officeart/2005/8/layout/list1"/>
    <dgm:cxn modelId="{0593EC2D-9D59-462E-9964-942308897DBF}" type="presParOf" srcId="{0EDC0E5F-8045-4CAE-8009-16310D66D273}" destId="{DB7989FD-252E-465E-89D2-660A36AB4A35}" srcOrd="3" destOrd="0" presId="urn:microsoft.com/office/officeart/2005/8/layout/list1"/>
    <dgm:cxn modelId="{90934674-A92C-4F56-BDC1-13D9131BE66B}" type="presParOf" srcId="{0EDC0E5F-8045-4CAE-8009-16310D66D273}" destId="{2AF98243-0FF1-4C08-955D-975B215F49CC}" srcOrd="4" destOrd="0" presId="urn:microsoft.com/office/officeart/2005/8/layout/list1"/>
    <dgm:cxn modelId="{9E1687DC-FDB5-4F5A-8650-F1140655F958}" type="presParOf" srcId="{2AF98243-0FF1-4C08-955D-975B215F49CC}" destId="{DA8885A6-E5C0-47D0-B85F-926F6408232F}" srcOrd="0" destOrd="0" presId="urn:microsoft.com/office/officeart/2005/8/layout/list1"/>
    <dgm:cxn modelId="{D7D64ED1-9B47-43D3-92EC-FEEE2B5999C9}" type="presParOf" srcId="{2AF98243-0FF1-4C08-955D-975B215F49CC}" destId="{674875BE-540F-4BB3-B119-8DDEF7EBBD44}" srcOrd="1" destOrd="0" presId="urn:microsoft.com/office/officeart/2005/8/layout/list1"/>
    <dgm:cxn modelId="{74C2DAB9-853D-48B0-A651-F46932104BD4}" type="presParOf" srcId="{0EDC0E5F-8045-4CAE-8009-16310D66D273}" destId="{18F204C6-5126-4043-A8B6-BCA97B83C410}" srcOrd="5" destOrd="0" presId="urn:microsoft.com/office/officeart/2005/8/layout/list1"/>
    <dgm:cxn modelId="{AC573F59-0D95-49CD-998A-C06940E35DC8}" type="presParOf" srcId="{0EDC0E5F-8045-4CAE-8009-16310D66D273}" destId="{A516C955-3018-463E-BE1B-04EF5F41177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45A909-895B-4AC7-8124-F011026208FD}" type="doc">
      <dgm:prSet loTypeId="urn:microsoft.com/office/officeart/2005/8/layout/matrix3" loCatId="matrix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hu-HU"/>
        </a:p>
      </dgm:t>
    </dgm:pt>
    <dgm:pt modelId="{7E931219-F3D4-42A9-BF03-73F96EB0A889}">
      <dgm:prSet/>
      <dgm:spPr>
        <a:solidFill>
          <a:schemeClr val="accent4"/>
        </a:solidFill>
      </dgm:spPr>
      <dgm:t>
        <a:bodyPr/>
        <a:lstStyle/>
        <a:p>
          <a:r>
            <a:rPr lang="hu-HU" b="1" dirty="0"/>
            <a:t>Mindenki egy adott dolgot csinált</a:t>
          </a:r>
          <a:endParaRPr lang="hu-HU" dirty="0"/>
        </a:p>
      </dgm:t>
    </dgm:pt>
    <dgm:pt modelId="{218AC56F-776C-4D37-9C8C-303615816C8E}" type="parTrans" cxnId="{6229131A-6641-41EF-91D2-D083B4804AFD}">
      <dgm:prSet/>
      <dgm:spPr/>
      <dgm:t>
        <a:bodyPr/>
        <a:lstStyle/>
        <a:p>
          <a:endParaRPr lang="hu-HU"/>
        </a:p>
      </dgm:t>
    </dgm:pt>
    <dgm:pt modelId="{CB0F78B4-D4BF-4583-BBCF-4D2CC0CDF094}" type="sibTrans" cxnId="{6229131A-6641-41EF-91D2-D083B4804AFD}">
      <dgm:prSet/>
      <dgm:spPr/>
      <dgm:t>
        <a:bodyPr/>
        <a:lstStyle/>
        <a:p>
          <a:endParaRPr lang="hu-HU"/>
        </a:p>
      </dgm:t>
    </dgm:pt>
    <dgm:pt modelId="{2D61C9D9-E770-491A-803F-C39E6545B583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hu-HU" b="1" dirty="0"/>
            <a:t>Senki sem szólt bele a másik munkájába</a:t>
          </a:r>
          <a:endParaRPr lang="hu-HU" dirty="0"/>
        </a:p>
      </dgm:t>
    </dgm:pt>
    <dgm:pt modelId="{05426814-EAE3-496A-953A-352D866C0030}" type="parTrans" cxnId="{BB2F5F07-3316-4E97-8DBF-44BDE3E750FD}">
      <dgm:prSet/>
      <dgm:spPr/>
      <dgm:t>
        <a:bodyPr/>
        <a:lstStyle/>
        <a:p>
          <a:endParaRPr lang="hu-HU"/>
        </a:p>
      </dgm:t>
    </dgm:pt>
    <dgm:pt modelId="{4B87342A-3CAA-4BB5-AB42-4256809EBA2E}" type="sibTrans" cxnId="{BB2F5F07-3316-4E97-8DBF-44BDE3E750FD}">
      <dgm:prSet/>
      <dgm:spPr/>
      <dgm:t>
        <a:bodyPr/>
        <a:lstStyle/>
        <a:p>
          <a:endParaRPr lang="hu-HU"/>
        </a:p>
      </dgm:t>
    </dgm:pt>
    <dgm:pt modelId="{0BDB1B71-623B-447A-A600-58256BA69167}">
      <dgm:prSet/>
      <dgm:spPr>
        <a:solidFill>
          <a:schemeClr val="accent5"/>
        </a:solidFill>
      </dgm:spPr>
      <dgm:t>
        <a:bodyPr/>
        <a:lstStyle/>
        <a:p>
          <a:r>
            <a:rPr lang="hu-HU" b="1" dirty="0"/>
            <a:t>Csak tanult módszerek</a:t>
          </a:r>
          <a:endParaRPr lang="hu-HU" dirty="0"/>
        </a:p>
      </dgm:t>
    </dgm:pt>
    <dgm:pt modelId="{FBA0A0CD-4090-4049-82A1-E375EF1B6B65}" type="parTrans" cxnId="{B950BE8E-0C6A-479B-BA54-C567C4BBFB75}">
      <dgm:prSet/>
      <dgm:spPr/>
      <dgm:t>
        <a:bodyPr/>
        <a:lstStyle/>
        <a:p>
          <a:endParaRPr lang="hu-HU"/>
        </a:p>
      </dgm:t>
    </dgm:pt>
    <dgm:pt modelId="{35AD4806-244C-4DFE-B8F3-597DC173CD7A}" type="sibTrans" cxnId="{B950BE8E-0C6A-479B-BA54-C567C4BBFB75}">
      <dgm:prSet/>
      <dgm:spPr/>
      <dgm:t>
        <a:bodyPr/>
        <a:lstStyle/>
        <a:p>
          <a:endParaRPr lang="hu-HU"/>
        </a:p>
      </dgm:t>
    </dgm:pt>
    <dgm:pt modelId="{29AE96CC-29B8-42DD-9B01-28295F65C26B}">
      <dgm:prSet/>
      <dgm:spPr>
        <a:solidFill>
          <a:schemeClr val="accent2"/>
        </a:solidFill>
      </dgm:spPr>
      <dgm:t>
        <a:bodyPr/>
        <a:lstStyle/>
        <a:p>
          <a:r>
            <a:rPr lang="hu-HU" b="1" dirty="0"/>
            <a:t>Jó projektötlet</a:t>
          </a:r>
          <a:endParaRPr lang="hu-HU" dirty="0"/>
        </a:p>
      </dgm:t>
    </dgm:pt>
    <dgm:pt modelId="{567D4020-ACDD-411A-BDD1-BF0A5104D43D}" type="parTrans" cxnId="{7CF4F1AE-E314-45C2-9927-66BC3894A43C}">
      <dgm:prSet/>
      <dgm:spPr/>
      <dgm:t>
        <a:bodyPr/>
        <a:lstStyle/>
        <a:p>
          <a:endParaRPr lang="hu-HU"/>
        </a:p>
      </dgm:t>
    </dgm:pt>
    <dgm:pt modelId="{98EA3EAD-F9F4-4FEB-9DDC-A17075C76508}" type="sibTrans" cxnId="{7CF4F1AE-E314-45C2-9927-66BC3894A43C}">
      <dgm:prSet/>
      <dgm:spPr/>
      <dgm:t>
        <a:bodyPr/>
        <a:lstStyle/>
        <a:p>
          <a:endParaRPr lang="hu-HU"/>
        </a:p>
      </dgm:t>
    </dgm:pt>
    <dgm:pt modelId="{ABF8324B-30AA-41C4-8B76-DEFEBFBD62F8}" type="pres">
      <dgm:prSet presAssocID="{7945A909-895B-4AC7-8124-F011026208FD}" presName="matrix" presStyleCnt="0">
        <dgm:presLayoutVars>
          <dgm:chMax val="1"/>
          <dgm:dir/>
          <dgm:resizeHandles val="exact"/>
        </dgm:presLayoutVars>
      </dgm:prSet>
      <dgm:spPr/>
    </dgm:pt>
    <dgm:pt modelId="{165C47D3-D73C-4FA1-B6F4-9BE80935A4EC}" type="pres">
      <dgm:prSet presAssocID="{7945A909-895B-4AC7-8124-F011026208FD}" presName="diamond" presStyleLbl="bgShp" presStyleIdx="0" presStyleCnt="1"/>
      <dgm:spPr>
        <a:solidFill>
          <a:schemeClr val="accent6">
            <a:lumMod val="60000"/>
            <a:lumOff val="40000"/>
          </a:schemeClr>
        </a:solidFill>
      </dgm:spPr>
    </dgm:pt>
    <dgm:pt modelId="{17649A07-9808-4ADC-AC4C-42A8F40273CA}" type="pres">
      <dgm:prSet presAssocID="{7945A909-895B-4AC7-8124-F011026208F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E84048A-185B-476E-B4A6-14DF4F73EE16}" type="pres">
      <dgm:prSet presAssocID="{7945A909-895B-4AC7-8124-F011026208F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3358E55-D1BC-4360-B6DC-B9246F5DBCE5}" type="pres">
      <dgm:prSet presAssocID="{7945A909-895B-4AC7-8124-F011026208F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4FFECD-09C9-4284-821E-2A119C4A8654}" type="pres">
      <dgm:prSet presAssocID="{7945A909-895B-4AC7-8124-F011026208F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2F5F07-3316-4E97-8DBF-44BDE3E750FD}" srcId="{7945A909-895B-4AC7-8124-F011026208FD}" destId="{2D61C9D9-E770-491A-803F-C39E6545B583}" srcOrd="1" destOrd="0" parTransId="{05426814-EAE3-496A-953A-352D866C0030}" sibTransId="{4B87342A-3CAA-4BB5-AB42-4256809EBA2E}"/>
    <dgm:cxn modelId="{34949B07-2015-4980-B5D9-C4A9559F370B}" type="presOf" srcId="{29AE96CC-29B8-42DD-9B01-28295F65C26B}" destId="{FB4FFECD-09C9-4284-821E-2A119C4A8654}" srcOrd="0" destOrd="0" presId="urn:microsoft.com/office/officeart/2005/8/layout/matrix3"/>
    <dgm:cxn modelId="{6229131A-6641-41EF-91D2-D083B4804AFD}" srcId="{7945A909-895B-4AC7-8124-F011026208FD}" destId="{7E931219-F3D4-42A9-BF03-73F96EB0A889}" srcOrd="0" destOrd="0" parTransId="{218AC56F-776C-4D37-9C8C-303615816C8E}" sibTransId="{CB0F78B4-D4BF-4583-BBCF-4D2CC0CDF094}"/>
    <dgm:cxn modelId="{EC155E4A-8605-4F02-A15E-8DE1FE9F099D}" type="presOf" srcId="{7E931219-F3D4-42A9-BF03-73F96EB0A889}" destId="{17649A07-9808-4ADC-AC4C-42A8F40273CA}" srcOrd="0" destOrd="0" presId="urn:microsoft.com/office/officeart/2005/8/layout/matrix3"/>
    <dgm:cxn modelId="{B950BE8E-0C6A-479B-BA54-C567C4BBFB75}" srcId="{7945A909-895B-4AC7-8124-F011026208FD}" destId="{0BDB1B71-623B-447A-A600-58256BA69167}" srcOrd="2" destOrd="0" parTransId="{FBA0A0CD-4090-4049-82A1-E375EF1B6B65}" sibTransId="{35AD4806-244C-4DFE-B8F3-597DC173CD7A}"/>
    <dgm:cxn modelId="{7CF4F1AE-E314-45C2-9927-66BC3894A43C}" srcId="{7945A909-895B-4AC7-8124-F011026208FD}" destId="{29AE96CC-29B8-42DD-9B01-28295F65C26B}" srcOrd="3" destOrd="0" parTransId="{567D4020-ACDD-411A-BDD1-BF0A5104D43D}" sibTransId="{98EA3EAD-F9F4-4FEB-9DDC-A17075C76508}"/>
    <dgm:cxn modelId="{5DF8FFB1-E7A2-45BB-B9B1-7F50CC57A64A}" type="presOf" srcId="{2D61C9D9-E770-491A-803F-C39E6545B583}" destId="{8E84048A-185B-476E-B4A6-14DF4F73EE16}" srcOrd="0" destOrd="0" presId="urn:microsoft.com/office/officeart/2005/8/layout/matrix3"/>
    <dgm:cxn modelId="{432EEFD6-CA05-421E-AD4F-1A3E32A1B5BE}" type="presOf" srcId="{0BDB1B71-623B-447A-A600-58256BA69167}" destId="{E3358E55-D1BC-4360-B6DC-B9246F5DBCE5}" srcOrd="0" destOrd="0" presId="urn:microsoft.com/office/officeart/2005/8/layout/matrix3"/>
    <dgm:cxn modelId="{495E58F8-3B70-48ED-B344-9D435A047AB5}" type="presOf" srcId="{7945A909-895B-4AC7-8124-F011026208FD}" destId="{ABF8324B-30AA-41C4-8B76-DEFEBFBD62F8}" srcOrd="0" destOrd="0" presId="urn:microsoft.com/office/officeart/2005/8/layout/matrix3"/>
    <dgm:cxn modelId="{7EC37E52-317F-4295-93B4-44CEF731B901}" type="presParOf" srcId="{ABF8324B-30AA-41C4-8B76-DEFEBFBD62F8}" destId="{165C47D3-D73C-4FA1-B6F4-9BE80935A4EC}" srcOrd="0" destOrd="0" presId="urn:microsoft.com/office/officeart/2005/8/layout/matrix3"/>
    <dgm:cxn modelId="{921BAE81-EFB2-4769-9F56-4A473E459905}" type="presParOf" srcId="{ABF8324B-30AA-41C4-8B76-DEFEBFBD62F8}" destId="{17649A07-9808-4ADC-AC4C-42A8F40273CA}" srcOrd="1" destOrd="0" presId="urn:microsoft.com/office/officeart/2005/8/layout/matrix3"/>
    <dgm:cxn modelId="{676822D8-8925-4640-A4B6-AECAE665ACB1}" type="presParOf" srcId="{ABF8324B-30AA-41C4-8B76-DEFEBFBD62F8}" destId="{8E84048A-185B-476E-B4A6-14DF4F73EE16}" srcOrd="2" destOrd="0" presId="urn:microsoft.com/office/officeart/2005/8/layout/matrix3"/>
    <dgm:cxn modelId="{5AE72636-DEC6-4685-9CE1-7396EEB25F20}" type="presParOf" srcId="{ABF8324B-30AA-41C4-8B76-DEFEBFBD62F8}" destId="{E3358E55-D1BC-4360-B6DC-B9246F5DBCE5}" srcOrd="3" destOrd="0" presId="urn:microsoft.com/office/officeart/2005/8/layout/matrix3"/>
    <dgm:cxn modelId="{20D3356E-1083-4811-AD01-F6147133B947}" type="presParOf" srcId="{ABF8324B-30AA-41C4-8B76-DEFEBFBD62F8}" destId="{FB4FFECD-09C9-4284-821E-2A119C4A865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C4314-99E7-4B8A-B1D5-37E51EA599A4}">
      <dsp:nvSpPr>
        <dsp:cNvPr id="0" name=""/>
        <dsp:cNvSpPr/>
      </dsp:nvSpPr>
      <dsp:spPr>
        <a:xfrm>
          <a:off x="0" y="40717"/>
          <a:ext cx="6236208" cy="87395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b="1" kern="1200" dirty="0"/>
            <a:t>WPF grafikus alkalmazás</a:t>
          </a:r>
          <a:endParaRPr lang="en-US" sz="2200" kern="1200" dirty="0"/>
        </a:p>
      </dsp:txBody>
      <dsp:txXfrm>
        <a:off x="42663" y="83380"/>
        <a:ext cx="6150882" cy="788627"/>
      </dsp:txXfrm>
    </dsp:sp>
    <dsp:sp modelId="{2F67B35D-BDB3-4ADC-AC43-B003507A7460}">
      <dsp:nvSpPr>
        <dsp:cNvPr id="0" name=""/>
        <dsp:cNvSpPr/>
      </dsp:nvSpPr>
      <dsp:spPr>
        <a:xfrm>
          <a:off x="0" y="978030"/>
          <a:ext cx="6236208" cy="873953"/>
        </a:xfrm>
        <a:prstGeom prst="roundRect">
          <a:avLst/>
        </a:prstGeom>
        <a:solidFill>
          <a:schemeClr val="accent4">
            <a:hueOff val="-4386573"/>
            <a:satOff val="-299"/>
            <a:lumOff val="-2941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b="1" kern="1200" dirty="0"/>
            <a:t>Tesztfeladatsor egy közismereti tantárgyból</a:t>
          </a:r>
          <a:endParaRPr lang="en-US" sz="2200" kern="1200" dirty="0"/>
        </a:p>
      </dsp:txBody>
      <dsp:txXfrm>
        <a:off x="42663" y="1020693"/>
        <a:ext cx="6150882" cy="788627"/>
      </dsp:txXfrm>
    </dsp:sp>
    <dsp:sp modelId="{349439D9-A4FB-4196-AECC-F56ED16EA64E}">
      <dsp:nvSpPr>
        <dsp:cNvPr id="0" name=""/>
        <dsp:cNvSpPr/>
      </dsp:nvSpPr>
      <dsp:spPr>
        <a:xfrm>
          <a:off x="0" y="1915343"/>
          <a:ext cx="6236208" cy="873953"/>
        </a:xfrm>
        <a:prstGeom prst="roundRect">
          <a:avLst/>
        </a:prstGeom>
        <a:solidFill>
          <a:schemeClr val="accent4">
            <a:hueOff val="-8773145"/>
            <a:satOff val="-598"/>
            <a:lumOff val="-588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b="1" kern="1200" dirty="0"/>
            <a:t>Kérdés; válaszlehetőségek; helyes válasz egy bemeneti állományban elmentve</a:t>
          </a:r>
          <a:endParaRPr lang="en-US" sz="2200" kern="1200" dirty="0"/>
        </a:p>
      </dsp:txBody>
      <dsp:txXfrm>
        <a:off x="42663" y="1958006"/>
        <a:ext cx="6150882" cy="788627"/>
      </dsp:txXfrm>
    </dsp:sp>
    <dsp:sp modelId="{BEA9BC9F-0AAD-4DD7-BE14-AB6E9550B9C5}">
      <dsp:nvSpPr>
        <dsp:cNvPr id="0" name=""/>
        <dsp:cNvSpPr/>
      </dsp:nvSpPr>
      <dsp:spPr>
        <a:xfrm>
          <a:off x="0" y="2852657"/>
          <a:ext cx="6236208" cy="873953"/>
        </a:xfrm>
        <a:prstGeom prst="roundRect">
          <a:avLst/>
        </a:prstGeom>
        <a:solidFill>
          <a:schemeClr val="accent4">
            <a:hueOff val="-13159718"/>
            <a:satOff val="-897"/>
            <a:lumOff val="-882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b="1" kern="1200" dirty="0"/>
            <a:t>Felhasználó válaszai elmentődnek egy közös kimeneti állományban</a:t>
          </a:r>
          <a:endParaRPr lang="en-US" sz="2200" kern="1200" dirty="0"/>
        </a:p>
      </dsp:txBody>
      <dsp:txXfrm>
        <a:off x="42663" y="2895320"/>
        <a:ext cx="6150882" cy="788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C4314-99E7-4B8A-B1D5-37E51EA599A4}">
      <dsp:nvSpPr>
        <dsp:cNvPr id="0" name=""/>
        <dsp:cNvSpPr/>
      </dsp:nvSpPr>
      <dsp:spPr>
        <a:xfrm>
          <a:off x="0" y="63098"/>
          <a:ext cx="6236208" cy="5516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Fájlbeolvasás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írás</a:t>
          </a:r>
          <a:endParaRPr lang="en-US" sz="2300" kern="1200" dirty="0"/>
        </a:p>
      </dsp:txBody>
      <dsp:txXfrm>
        <a:off x="26930" y="90028"/>
        <a:ext cx="6182348" cy="497795"/>
      </dsp:txXfrm>
    </dsp:sp>
    <dsp:sp modelId="{2F67B35D-BDB3-4ADC-AC43-B003507A7460}">
      <dsp:nvSpPr>
        <dsp:cNvPr id="0" name=""/>
        <dsp:cNvSpPr/>
      </dsp:nvSpPr>
      <dsp:spPr>
        <a:xfrm>
          <a:off x="0" y="680993"/>
          <a:ext cx="6236208" cy="551655"/>
        </a:xfrm>
        <a:prstGeom prst="roundRect">
          <a:avLst/>
        </a:prstGeom>
        <a:solidFill>
          <a:schemeClr val="accent3">
            <a:hueOff val="2690813"/>
            <a:satOff val="4082"/>
            <a:lumOff val="262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Kommunikáció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hiánya</a:t>
          </a:r>
          <a:endParaRPr lang="en-US" sz="2300" kern="1200" dirty="0"/>
        </a:p>
      </dsp:txBody>
      <dsp:txXfrm>
        <a:off x="26930" y="707923"/>
        <a:ext cx="6182348" cy="497795"/>
      </dsp:txXfrm>
    </dsp:sp>
    <dsp:sp modelId="{349439D9-A4FB-4196-AECC-F56ED16EA64E}">
      <dsp:nvSpPr>
        <dsp:cNvPr id="0" name=""/>
        <dsp:cNvSpPr/>
      </dsp:nvSpPr>
      <dsp:spPr>
        <a:xfrm>
          <a:off x="0" y="1298888"/>
          <a:ext cx="6236208" cy="551655"/>
        </a:xfrm>
        <a:prstGeom prst="roundRect">
          <a:avLst/>
        </a:prstGeom>
        <a:solidFill>
          <a:schemeClr val="accent3">
            <a:hueOff val="5381626"/>
            <a:satOff val="8163"/>
            <a:lumOff val="525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 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nagyon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béna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sokszor</a:t>
          </a:r>
          <a:endParaRPr lang="en-US" sz="2300" kern="1200" dirty="0"/>
        </a:p>
      </dsp:txBody>
      <dsp:txXfrm>
        <a:off x="26930" y="1325818"/>
        <a:ext cx="6182348" cy="497795"/>
      </dsp:txXfrm>
    </dsp:sp>
    <dsp:sp modelId="{BEA9BC9F-0AAD-4DD7-BE14-AB6E9550B9C5}">
      <dsp:nvSpPr>
        <dsp:cNvPr id="0" name=""/>
        <dsp:cNvSpPr/>
      </dsp:nvSpPr>
      <dsp:spPr>
        <a:xfrm>
          <a:off x="0" y="1916783"/>
          <a:ext cx="6236208" cy="551655"/>
        </a:xfrm>
        <a:prstGeom prst="roundRect">
          <a:avLst/>
        </a:prstGeom>
        <a:solidFill>
          <a:schemeClr val="accent3">
            <a:hueOff val="8072439"/>
            <a:satOff val="12245"/>
            <a:lumOff val="788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Szervezés</a:t>
          </a: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hiánya</a:t>
          </a:r>
          <a:endParaRPr lang="en-US" sz="2300" kern="1200" dirty="0"/>
        </a:p>
      </dsp:txBody>
      <dsp:txXfrm>
        <a:off x="26930" y="1943713"/>
        <a:ext cx="6182348" cy="497795"/>
      </dsp:txXfrm>
    </dsp:sp>
    <dsp:sp modelId="{D52DB684-3C97-424D-97C2-2E9E74838B2C}">
      <dsp:nvSpPr>
        <dsp:cNvPr id="0" name=""/>
        <dsp:cNvSpPr/>
      </dsp:nvSpPr>
      <dsp:spPr>
        <a:xfrm>
          <a:off x="0" y="2534678"/>
          <a:ext cx="6236208" cy="551655"/>
        </a:xfrm>
        <a:prstGeom prst="roundRect">
          <a:avLst/>
        </a:prstGeom>
        <a:solidFill>
          <a:schemeClr val="accent3">
            <a:hueOff val="10763252"/>
            <a:satOff val="16326"/>
            <a:lumOff val="1051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Feladatmegosztás</a:t>
          </a:r>
          <a:endParaRPr lang="en-US" sz="2300" kern="1200" dirty="0"/>
        </a:p>
      </dsp:txBody>
      <dsp:txXfrm>
        <a:off x="26930" y="2561608"/>
        <a:ext cx="6182348" cy="497795"/>
      </dsp:txXfrm>
    </dsp:sp>
    <dsp:sp modelId="{9EC6C5FE-DD67-4F9E-BB37-3C56A984EE64}">
      <dsp:nvSpPr>
        <dsp:cNvPr id="0" name=""/>
        <dsp:cNvSpPr/>
      </dsp:nvSpPr>
      <dsp:spPr>
        <a:xfrm>
          <a:off x="0" y="3152574"/>
          <a:ext cx="6236208" cy="551655"/>
        </a:xfrm>
        <a:prstGeom prst="roundRect">
          <a:avLst/>
        </a:prstGeom>
        <a:solidFill>
          <a:schemeClr val="accent3">
            <a:hueOff val="13454064"/>
            <a:satOff val="20408"/>
            <a:lumOff val="1313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hu-HU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Tudás hiánya</a:t>
          </a:r>
          <a:endParaRPr lang="en-US" sz="2300" kern="1200" dirty="0"/>
        </a:p>
      </dsp:txBody>
      <dsp:txXfrm>
        <a:off x="26930" y="3179504"/>
        <a:ext cx="6182348" cy="497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C4314-99E7-4B8A-B1D5-37E51EA599A4}">
      <dsp:nvSpPr>
        <dsp:cNvPr id="0" name=""/>
        <dsp:cNvSpPr/>
      </dsp:nvSpPr>
      <dsp:spPr>
        <a:xfrm>
          <a:off x="0" y="86745"/>
          <a:ext cx="5659799" cy="7015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Több</a:t>
          </a: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sz="18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tantárgy</a:t>
          </a:r>
          <a:endParaRPr lang="en-US" sz="1800" kern="1200" dirty="0"/>
        </a:p>
      </dsp:txBody>
      <dsp:txXfrm>
        <a:off x="34247" y="120992"/>
        <a:ext cx="5591305" cy="633067"/>
      </dsp:txXfrm>
    </dsp:sp>
    <dsp:sp modelId="{D9BE7BEC-1B83-4BC9-B2E8-CEFE811266C4}">
      <dsp:nvSpPr>
        <dsp:cNvPr id="0" name=""/>
        <dsp:cNvSpPr/>
      </dsp:nvSpPr>
      <dsp:spPr>
        <a:xfrm>
          <a:off x="0" y="840146"/>
          <a:ext cx="5659799" cy="701561"/>
        </a:xfrm>
        <a:prstGeom prst="roundRect">
          <a:avLst/>
        </a:prstGeom>
        <a:solidFill>
          <a:schemeClr val="accent4">
            <a:hueOff val="-3289929"/>
            <a:satOff val="-224"/>
            <a:lumOff val="-220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Több kérdés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247" y="874393"/>
        <a:ext cx="5591305" cy="633067"/>
      </dsp:txXfrm>
    </dsp:sp>
    <dsp:sp modelId="{1DABD9C3-0F8A-459B-8F19-491C36A496AC}">
      <dsp:nvSpPr>
        <dsp:cNvPr id="0" name=""/>
        <dsp:cNvSpPr/>
      </dsp:nvSpPr>
      <dsp:spPr>
        <a:xfrm>
          <a:off x="0" y="1593547"/>
          <a:ext cx="5659799" cy="701561"/>
        </a:xfrm>
        <a:prstGeom prst="roundRect">
          <a:avLst/>
        </a:prstGeom>
        <a:solidFill>
          <a:schemeClr val="accent4">
            <a:hueOff val="-6579859"/>
            <a:satOff val="-449"/>
            <a:lumOff val="-441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Kérdések nehézség szerint rendszerezve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247" y="1627794"/>
        <a:ext cx="5591305" cy="633067"/>
      </dsp:txXfrm>
    </dsp:sp>
    <dsp:sp modelId="{3A794FE9-D134-4D58-861E-20561CB6A7B4}">
      <dsp:nvSpPr>
        <dsp:cNvPr id="0" name=""/>
        <dsp:cNvSpPr/>
      </dsp:nvSpPr>
      <dsp:spPr>
        <a:xfrm>
          <a:off x="0" y="2346949"/>
          <a:ext cx="5659799" cy="701561"/>
        </a:xfrm>
        <a:prstGeom prst="roundRect">
          <a:avLst/>
        </a:prstGeom>
        <a:solidFill>
          <a:schemeClr val="accent4">
            <a:hueOff val="-9869789"/>
            <a:satOff val="-673"/>
            <a:lumOff val="-661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Személyre szabhatóság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247" y="2381196"/>
        <a:ext cx="5591305" cy="633067"/>
      </dsp:txXfrm>
    </dsp:sp>
    <dsp:sp modelId="{90EBCA0D-8DA6-468B-9B23-3C74228E0249}">
      <dsp:nvSpPr>
        <dsp:cNvPr id="0" name=""/>
        <dsp:cNvSpPr/>
      </dsp:nvSpPr>
      <dsp:spPr>
        <a:xfrm>
          <a:off x="0" y="3100350"/>
          <a:ext cx="5659799" cy="701561"/>
        </a:xfrm>
        <a:prstGeom prst="roundRect">
          <a:avLst/>
        </a:prstGeom>
        <a:solidFill>
          <a:schemeClr val="accent4">
            <a:hueOff val="-13159718"/>
            <a:satOff val="-897"/>
            <a:lumOff val="-882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Felhasználó saját témakört készíthet saját kérdésekkel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4247" y="3134597"/>
        <a:ext cx="5591305" cy="6330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7EE3D-A469-46AC-B82E-6796AA697CA1}">
      <dsp:nvSpPr>
        <dsp:cNvPr id="0" name=""/>
        <dsp:cNvSpPr/>
      </dsp:nvSpPr>
      <dsp:spPr>
        <a:xfrm>
          <a:off x="0" y="420263"/>
          <a:ext cx="6236208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999" tIns="499872" rIns="48399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400" kern="1200" dirty="0"/>
            <a:t>Dokumentáció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400" kern="1200" dirty="0"/>
            <a:t>Prezentáció</a:t>
          </a:r>
        </a:p>
      </dsp:txBody>
      <dsp:txXfrm>
        <a:off x="0" y="420263"/>
        <a:ext cx="6236208" cy="1398600"/>
      </dsp:txXfrm>
    </dsp:sp>
    <dsp:sp modelId="{C83E44F5-4A10-4C52-99FF-A78DCDB9F0AB}">
      <dsp:nvSpPr>
        <dsp:cNvPr id="0" name=""/>
        <dsp:cNvSpPr/>
      </dsp:nvSpPr>
      <dsp:spPr>
        <a:xfrm>
          <a:off x="311810" y="66023"/>
          <a:ext cx="4365345" cy="708480"/>
        </a:xfrm>
        <a:prstGeom prst="round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000" tIns="0" rIns="1650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erstadt"/>
              <a:ea typeface="+mn-ea"/>
              <a:cs typeface="+mn-cs"/>
            </a:rPr>
            <a:t>Kristóf, Dani</a:t>
          </a:r>
        </a:p>
      </dsp:txBody>
      <dsp:txXfrm>
        <a:off x="346395" y="100608"/>
        <a:ext cx="4296175" cy="639310"/>
      </dsp:txXfrm>
    </dsp:sp>
    <dsp:sp modelId="{A516C955-3018-463E-BE1B-04EF5F411774}">
      <dsp:nvSpPr>
        <dsp:cNvPr id="0" name=""/>
        <dsp:cNvSpPr/>
      </dsp:nvSpPr>
      <dsp:spPr>
        <a:xfrm>
          <a:off x="0" y="2302704"/>
          <a:ext cx="6236208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999" tIns="499872" rIns="48399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400" kern="1200" dirty="0"/>
            <a:t>Szoftver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400" kern="1200" dirty="0"/>
            <a:t>Bementi adatok</a:t>
          </a:r>
        </a:p>
      </dsp:txBody>
      <dsp:txXfrm>
        <a:off x="0" y="2302704"/>
        <a:ext cx="6236208" cy="1398600"/>
      </dsp:txXfrm>
    </dsp:sp>
    <dsp:sp modelId="{674875BE-540F-4BB3-B119-8DDEF7EBBD44}">
      <dsp:nvSpPr>
        <dsp:cNvPr id="0" name=""/>
        <dsp:cNvSpPr/>
      </dsp:nvSpPr>
      <dsp:spPr>
        <a:xfrm>
          <a:off x="311810" y="1948464"/>
          <a:ext cx="4365345" cy="708480"/>
        </a:xfrm>
        <a:prstGeom prst="round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000" tIns="0" rIns="1650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rPr>
            <a:t>Levente</a:t>
          </a:r>
          <a:endParaRPr lang="hu-HU" sz="2400" kern="1200"/>
        </a:p>
      </dsp:txBody>
      <dsp:txXfrm>
        <a:off x="346395" y="1983049"/>
        <a:ext cx="4296175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C47D3-D73C-4FA1-B6F4-9BE80935A4EC}">
      <dsp:nvSpPr>
        <dsp:cNvPr id="0" name=""/>
        <dsp:cNvSpPr/>
      </dsp:nvSpPr>
      <dsp:spPr>
        <a:xfrm>
          <a:off x="553211" y="0"/>
          <a:ext cx="4050792" cy="4050792"/>
        </a:xfrm>
        <a:prstGeom prst="diamond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7649A07-9808-4ADC-AC4C-42A8F40273CA}">
      <dsp:nvSpPr>
        <dsp:cNvPr id="0" name=""/>
        <dsp:cNvSpPr/>
      </dsp:nvSpPr>
      <dsp:spPr>
        <a:xfrm>
          <a:off x="938037" y="384825"/>
          <a:ext cx="1579808" cy="1579808"/>
        </a:xfrm>
        <a:prstGeom prst="roundRect">
          <a:avLst/>
        </a:prstGeom>
        <a:solidFill>
          <a:schemeClr val="accent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b="1" kern="1200" dirty="0"/>
            <a:t>Mindenki egy adott dolgot csinált</a:t>
          </a:r>
          <a:endParaRPr lang="hu-HU" sz="1800" kern="1200" dirty="0"/>
        </a:p>
      </dsp:txBody>
      <dsp:txXfrm>
        <a:off x="1015157" y="461945"/>
        <a:ext cx="1425568" cy="1425568"/>
      </dsp:txXfrm>
    </dsp:sp>
    <dsp:sp modelId="{8E84048A-185B-476E-B4A6-14DF4F73EE16}">
      <dsp:nvSpPr>
        <dsp:cNvPr id="0" name=""/>
        <dsp:cNvSpPr/>
      </dsp:nvSpPr>
      <dsp:spPr>
        <a:xfrm>
          <a:off x="2639369" y="384825"/>
          <a:ext cx="1579808" cy="157980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b="1" kern="1200" dirty="0"/>
            <a:t>Senki sem szólt bele a másik munkájába</a:t>
          </a:r>
          <a:endParaRPr lang="hu-HU" sz="1800" kern="1200" dirty="0"/>
        </a:p>
      </dsp:txBody>
      <dsp:txXfrm>
        <a:off x="2716489" y="461945"/>
        <a:ext cx="1425568" cy="1425568"/>
      </dsp:txXfrm>
    </dsp:sp>
    <dsp:sp modelId="{E3358E55-D1BC-4360-B6DC-B9246F5DBCE5}">
      <dsp:nvSpPr>
        <dsp:cNvPr id="0" name=""/>
        <dsp:cNvSpPr/>
      </dsp:nvSpPr>
      <dsp:spPr>
        <a:xfrm>
          <a:off x="938037" y="2086157"/>
          <a:ext cx="1579808" cy="1579808"/>
        </a:xfrm>
        <a:prstGeom prst="roundRect">
          <a:avLst/>
        </a:prstGeom>
        <a:solidFill>
          <a:schemeClr val="accent5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b="1" kern="1200" dirty="0"/>
            <a:t>Csak tanult módszerek</a:t>
          </a:r>
          <a:endParaRPr lang="hu-HU" sz="1800" kern="1200" dirty="0"/>
        </a:p>
      </dsp:txBody>
      <dsp:txXfrm>
        <a:off x="1015157" y="2163277"/>
        <a:ext cx="1425568" cy="1425568"/>
      </dsp:txXfrm>
    </dsp:sp>
    <dsp:sp modelId="{FB4FFECD-09C9-4284-821E-2A119C4A8654}">
      <dsp:nvSpPr>
        <dsp:cNvPr id="0" name=""/>
        <dsp:cNvSpPr/>
      </dsp:nvSpPr>
      <dsp:spPr>
        <a:xfrm>
          <a:off x="2639369" y="2086157"/>
          <a:ext cx="1579808" cy="1579808"/>
        </a:xfrm>
        <a:prstGeom prst="roundRect">
          <a:avLst/>
        </a:prstGeom>
        <a:solidFill>
          <a:schemeClr val="accent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b="1" kern="1200" dirty="0"/>
            <a:t>Jó projektötlet</a:t>
          </a:r>
          <a:endParaRPr lang="hu-HU" sz="1800" kern="1200" dirty="0"/>
        </a:p>
      </dsp:txBody>
      <dsp:txXfrm>
        <a:off x="2716489" y="2163277"/>
        <a:ext cx="1425568" cy="1425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0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5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9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7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2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6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6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0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4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8477E1CB-C625-8066-6B39-E401D40CA1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279"/>
          <a:stretch>
            <a:fillRect/>
          </a:stretch>
        </p:blipFill>
        <p:spPr>
          <a:xfrm>
            <a:off x="0" y="-2"/>
            <a:ext cx="12192001" cy="685800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1FB2DE8-27F0-7C1A-C762-454437F0C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hu-HU" sz="6000" dirty="0">
                <a:solidFill>
                  <a:srgbClr val="FFFFFF"/>
                </a:solidFill>
              </a:rPr>
              <a:t>Matematika Tanulós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0436C1A-3B96-556D-80FB-9C9413FAB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hu-HU" sz="2400" dirty="0" err="1">
                <a:solidFill>
                  <a:srgbClr val="FFFFFF"/>
                </a:solidFill>
              </a:rPr>
              <a:t>Rasztovits</a:t>
            </a:r>
            <a:r>
              <a:rPr lang="hu-HU" sz="2400" dirty="0">
                <a:solidFill>
                  <a:srgbClr val="FFFFFF"/>
                </a:solidFill>
              </a:rPr>
              <a:t> Levente</a:t>
            </a:r>
          </a:p>
          <a:p>
            <a:r>
              <a:rPr lang="hu-HU" sz="2400" dirty="0">
                <a:solidFill>
                  <a:srgbClr val="FFFFFF"/>
                </a:solidFill>
              </a:rPr>
              <a:t>Havi Dániel</a:t>
            </a:r>
          </a:p>
          <a:p>
            <a:r>
              <a:rPr lang="hu-HU" sz="2400" dirty="0">
                <a:solidFill>
                  <a:srgbClr val="FFFFFF"/>
                </a:solidFill>
              </a:rPr>
              <a:t>Borbára </a:t>
            </a:r>
            <a:r>
              <a:rPr lang="hu-HU" sz="2400" dirty="0" err="1">
                <a:solidFill>
                  <a:srgbClr val="FFFFFF"/>
                </a:solidFill>
              </a:rPr>
              <a:t>kristóf</a:t>
            </a:r>
            <a:endParaRPr lang="hu-HU" sz="24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31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9E49C4C-73F9-A00C-845E-32951DEB8066}"/>
              </a:ext>
            </a:extLst>
          </p:cNvPr>
          <p:cNvSpPr txBox="1"/>
          <p:nvPr/>
        </p:nvSpPr>
        <p:spPr>
          <a:xfrm>
            <a:off x="5431536" y="978408"/>
            <a:ext cx="6236208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Feladat alapötlete</a:t>
            </a:r>
          </a:p>
        </p:txBody>
      </p:sp>
      <p:pic>
        <p:nvPicPr>
          <p:cNvPr id="2" name="Picture 3" descr="A élénk színek átfordítása">
            <a:extLst>
              <a:ext uri="{FF2B5EF4-FFF2-40B4-BE49-F238E27FC236}">
                <a16:creationId xmlns:a16="http://schemas.microsoft.com/office/drawing/2014/main" id="{B5931B6B-5A4A-FC30-0CE7-0138F697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2" r="25412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9" name="Szövegdoboz 3">
            <a:extLst>
              <a:ext uri="{FF2B5EF4-FFF2-40B4-BE49-F238E27FC236}">
                <a16:creationId xmlns:a16="http://schemas.microsoft.com/office/drawing/2014/main" id="{13046147-F367-05B3-48FB-2B0FED23F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675658"/>
              </p:ext>
            </p:extLst>
          </p:nvPr>
        </p:nvGraphicFramePr>
        <p:xfrm>
          <a:off x="5346262" y="2382018"/>
          <a:ext cx="6236208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5572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EBAC-3D85-27B2-9FB5-0D8EA0B3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C644963-A804-E527-D2AD-E4E0C5A2BDFA}"/>
              </a:ext>
            </a:extLst>
          </p:cNvPr>
          <p:cNvSpPr txBox="1"/>
          <p:nvPr/>
        </p:nvSpPr>
        <p:spPr>
          <a:xfrm>
            <a:off x="5431536" y="978408"/>
            <a:ext cx="6236208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hu-HU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Nehézségek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3" descr="A élénk színek átfordítása">
            <a:extLst>
              <a:ext uri="{FF2B5EF4-FFF2-40B4-BE49-F238E27FC236}">
                <a16:creationId xmlns:a16="http://schemas.microsoft.com/office/drawing/2014/main" id="{8832A840-91EC-4EFB-1180-A737976D0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2" r="25412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graphicFrame>
        <p:nvGraphicFramePr>
          <p:cNvPr id="9" name="Szövegdoboz 3">
            <a:extLst>
              <a:ext uri="{FF2B5EF4-FFF2-40B4-BE49-F238E27FC236}">
                <a16:creationId xmlns:a16="http://schemas.microsoft.com/office/drawing/2014/main" id="{8F361A8E-0DAB-E33F-0A39-A0042B8B2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936000"/>
              </p:ext>
            </p:extLst>
          </p:nvPr>
        </p:nvGraphicFramePr>
        <p:xfrm>
          <a:off x="5135202" y="2441448"/>
          <a:ext cx="6236208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églalap 3">
            <a:extLst>
              <a:ext uri="{FF2B5EF4-FFF2-40B4-BE49-F238E27FC236}">
                <a16:creationId xmlns:a16="http://schemas.microsoft.com/office/drawing/2014/main" id="{8FEC6913-4215-1818-E524-C02608393C46}"/>
              </a:ext>
            </a:extLst>
          </p:cNvPr>
          <p:cNvSpPr/>
          <p:nvPr/>
        </p:nvSpPr>
        <p:spPr>
          <a:xfrm>
            <a:off x="5431536" y="578657"/>
            <a:ext cx="6031345" cy="1411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036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74487-1CFB-E394-2A67-9095D859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8088B26-8E1A-C964-A20A-15E409CF3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53796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Tanulságok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3156846-B21A-50FE-832E-EDAE8B60B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9" y="2112264"/>
            <a:ext cx="6537960" cy="3767328"/>
          </a:xfrm>
        </p:spPr>
        <p:txBody>
          <a:bodyPr vert="horz" lIns="91440" tIns="45720" rIns="91440" bIns="45720" rtlCol="0">
            <a:prstTxWarp prst="textPlain">
              <a:avLst/>
            </a:prstTxWarp>
            <a:normAutofit/>
          </a:bodyPr>
          <a:lstStyle/>
          <a:p>
            <a:pPr marL="800100" lvl="1"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Időben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kezdjük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feladatot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készíteni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legközelebb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800100" lvl="1"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Jobb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kommunikáció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jobb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feladatmegosztásra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lesz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szükség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legközelebb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800100" lvl="1"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Megkéne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tanulni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C#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működésének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alapjait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hogy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pontosan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értük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hogy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miért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csinálunk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800100" lvl="1"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mindig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szabad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hagyatkozni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sokszor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nagyobb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kárt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okoz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mint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hasznot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5EBD027C-6DFA-4ED7-3ED4-251C2CE6F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09" r="20408" b="-1"/>
          <a:stretch>
            <a:fillRect/>
          </a:stretch>
        </p:blipFill>
        <p:spPr>
          <a:xfrm>
            <a:off x="7659149" y="976160"/>
            <a:ext cx="4011643" cy="53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85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F2D07-E17E-E106-0111-C6629549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A6088272-30F3-2C09-A9FB-06E236FAE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 t="17259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4817E8A-65D5-E9A3-07E2-F8A3E9623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861" y="340233"/>
            <a:ext cx="10064405" cy="2450592"/>
          </a:xfrm>
        </p:spPr>
        <p:txBody>
          <a:bodyPr anchor="t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Jövőbeli fejlesztési lehetőségek (1)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4DC2468-5887-2C8D-DC71-9E8306A7B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22" y="3131048"/>
            <a:ext cx="7012678" cy="1469527"/>
          </a:xfrm>
        </p:spPr>
        <p:txBody>
          <a:bodyPr anchor="t">
            <a:noAutofit/>
          </a:bodyPr>
          <a:lstStyle/>
          <a:p>
            <a:pPr marL="800100" lvl="1" indent="-342900"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Újraindítás gomb</a:t>
            </a:r>
          </a:p>
          <a:p>
            <a:pPr marL="800100" lvl="1" indent="-342900"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Hibakezelés (nem új funkció, de hasznos)</a:t>
            </a:r>
          </a:p>
          <a:p>
            <a:pPr marL="800100" lvl="1" indent="-342900"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Jobb dizájn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3919D5C-7DD1-2650-5062-D31CD7F9F796}"/>
              </a:ext>
            </a:extLst>
          </p:cNvPr>
          <p:cNvSpPr/>
          <p:nvPr/>
        </p:nvSpPr>
        <p:spPr>
          <a:xfrm>
            <a:off x="450861" y="2600325"/>
            <a:ext cx="6569064" cy="190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442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CA121-C72E-980F-6F1F-21299589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F88F1E5-4427-BEC7-0CC0-B7E7B612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7EF7163-4F4E-4E99-1AC5-BCA3578A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BECDD9D-A7A7-8C5F-3358-0E9FE4966EF6}"/>
              </a:ext>
            </a:extLst>
          </p:cNvPr>
          <p:cNvSpPr txBox="1"/>
          <p:nvPr/>
        </p:nvSpPr>
        <p:spPr>
          <a:xfrm>
            <a:off x="5346262" y="727465"/>
            <a:ext cx="6236208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/>
              <a:t>Jövőbeli</a:t>
            </a:r>
            <a:r>
              <a:rPr lang="en-US" sz="4400" b="1" dirty="0"/>
              <a:t> </a:t>
            </a:r>
            <a:r>
              <a:rPr lang="en-US" sz="4400" b="1" dirty="0" err="1"/>
              <a:t>fejlesztési</a:t>
            </a:r>
            <a:r>
              <a:rPr lang="en-US" sz="4400" b="1" dirty="0"/>
              <a:t> </a:t>
            </a:r>
            <a:r>
              <a:rPr lang="en-US" sz="4400" b="1" dirty="0" err="1"/>
              <a:t>lehetőségek</a:t>
            </a:r>
            <a:r>
              <a:rPr lang="en-US" sz="4400" b="1" dirty="0"/>
              <a:t> (2)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3" descr="A élénk színek átfordítása">
            <a:extLst>
              <a:ext uri="{FF2B5EF4-FFF2-40B4-BE49-F238E27FC236}">
                <a16:creationId xmlns:a16="http://schemas.microsoft.com/office/drawing/2014/main" id="{D7FE6A66-8638-BA72-1515-AFC20F46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2" r="25412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270337E-4D90-56A7-E8C6-24DC8E012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9" name="Szövegdoboz 3">
            <a:extLst>
              <a:ext uri="{FF2B5EF4-FFF2-40B4-BE49-F238E27FC236}">
                <a16:creationId xmlns:a16="http://schemas.microsoft.com/office/drawing/2014/main" id="{F4851FDF-C641-7C4C-6DC8-75CCD2D38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987318"/>
              </p:ext>
            </p:extLst>
          </p:nvPr>
        </p:nvGraphicFramePr>
        <p:xfrm>
          <a:off x="5257649" y="2492320"/>
          <a:ext cx="5659799" cy="388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073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8B8E5-0FAA-1095-3C3D-8ADAB7A7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60EF4C2-6A7F-9207-EE3F-61E4020AA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1536" y="978408"/>
            <a:ext cx="623620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Munkamegosztás</a:t>
            </a:r>
          </a:p>
        </p:txBody>
      </p:sp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4A49D16B-0A84-B4B4-B50D-6D0056141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12" r="25412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6D0AC21-73F7-1943-2263-3E88FC3244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015072"/>
              </p:ext>
            </p:extLst>
          </p:nvPr>
        </p:nvGraphicFramePr>
        <p:xfrm>
          <a:off x="5346262" y="2112264"/>
          <a:ext cx="6236208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724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B691E-D0FA-5741-DA7E-EFA29FE59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48500E-11B4-0EE1-3029-7E5561369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4400" dirty="0"/>
              <a:t>Ami miatt könnyen ment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DF45EA69-0777-0D82-FC14-7C9C46BF7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0" r="-3" b="-3"/>
          <a:stretch>
            <a:fillRect/>
          </a:stretch>
        </p:blipFill>
        <p:spPr>
          <a:xfrm>
            <a:off x="517866" y="2299390"/>
            <a:ext cx="5578133" cy="4048568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3C7046D-CA57-BF92-B3C7-17217C7CBA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00930"/>
              </p:ext>
            </p:extLst>
          </p:nvPr>
        </p:nvGraphicFramePr>
        <p:xfrm>
          <a:off x="6510528" y="2304288"/>
          <a:ext cx="5157216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1994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B479A-4E06-2F0B-AF1C-B5AAE574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élénk színek átfordítása">
            <a:extLst>
              <a:ext uri="{FF2B5EF4-FFF2-40B4-BE49-F238E27FC236}">
                <a16:creationId xmlns:a16="http://schemas.microsoft.com/office/drawing/2014/main" id="{E9FB50ED-CEB5-E5FC-CC7F-B85695857F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27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F641C24-54B0-0123-FAAB-AB956CCDE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hu-HU" sz="6000" dirty="0">
                <a:solidFill>
                  <a:srgbClr val="FFFFFF"/>
                </a:solidFill>
              </a:rPr>
              <a:t>Köszönjük a figyelmet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1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176</Words>
  <Application>Microsoft Office PowerPoint</Application>
  <PresentationFormat>Szélesvásznú</PresentationFormat>
  <Paragraphs>44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2" baseType="lpstr">
      <vt:lpstr>Arial</vt:lpstr>
      <vt:lpstr>Bierstadt</vt:lpstr>
      <vt:lpstr>GestaltVTI</vt:lpstr>
      <vt:lpstr>Matematika Tanulós Projekt</vt:lpstr>
      <vt:lpstr>PowerPoint-bemutató</vt:lpstr>
      <vt:lpstr>PowerPoint-bemutató</vt:lpstr>
      <vt:lpstr>Tanulságok</vt:lpstr>
      <vt:lpstr>Jövőbeli fejlesztési lehetőségek (1)</vt:lpstr>
      <vt:lpstr>PowerPoint-bemutató</vt:lpstr>
      <vt:lpstr>Munkamegosztás</vt:lpstr>
      <vt:lpstr>Ami miatt könnyen ment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leventerastovits@gmail.com</dc:creator>
  <cp:lastModifiedBy>leventerastovits@gmail.com</cp:lastModifiedBy>
  <cp:revision>3</cp:revision>
  <dcterms:created xsi:type="dcterms:W3CDTF">2025-11-22T19:05:38Z</dcterms:created>
  <dcterms:modified xsi:type="dcterms:W3CDTF">2025-11-23T15:10:03Z</dcterms:modified>
</cp:coreProperties>
</file>